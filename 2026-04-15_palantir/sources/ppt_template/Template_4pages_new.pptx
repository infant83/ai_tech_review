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6"/>
  </p:notesMasterIdLst>
  <p:handoutMasterIdLst>
    <p:handoutMasterId r:id="rId7"/>
  </p:handoutMasterIdLst>
  <p:sldIdLst>
    <p:sldId id="314" r:id="rId2"/>
    <p:sldId id="315" r:id="rId3"/>
    <p:sldId id="335" r:id="rId4"/>
    <p:sldId id="316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6E6CF6-219A-C544-BCCD-82C9D3FECAC0}">
          <p14:sldIdLst>
            <p14:sldId id="314"/>
            <p14:sldId id="315"/>
            <p14:sldId id="335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480" userDrawn="1">
          <p15:clr>
            <a:srgbClr val="A4A3A4"/>
          </p15:clr>
        </p15:guide>
        <p15:guide id="3" orient="horz" pos="3612" userDrawn="1">
          <p15:clr>
            <a:srgbClr val="A4A3A4"/>
          </p15:clr>
        </p15:guide>
        <p15:guide id="4" orient="horz" pos="293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378" userDrawn="1">
          <p15:clr>
            <a:srgbClr val="A4A3A4"/>
          </p15:clr>
        </p15:guide>
        <p15:guide id="8" pos="937" userDrawn="1">
          <p15:clr>
            <a:srgbClr val="A4A3A4"/>
          </p15:clr>
        </p15:guide>
        <p15:guide id="9" pos="8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AE54"/>
    <a:srgbClr val="2D75B6"/>
    <a:srgbClr val="3A3838"/>
    <a:srgbClr val="D50100"/>
    <a:srgbClr val="FFC9A9"/>
    <a:srgbClr val="F2F2F2"/>
    <a:srgbClr val="DAE4F3"/>
    <a:srgbClr val="DFECF8"/>
    <a:srgbClr val="BE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 autoAdjust="0"/>
    <p:restoredTop sz="93495" autoAdjust="0"/>
  </p:normalViewPr>
  <p:slideViewPr>
    <p:cSldViewPr showGuides="1">
      <p:cViewPr>
        <p:scale>
          <a:sx n="100" d="100"/>
          <a:sy n="100" d="100"/>
        </p:scale>
        <p:origin x="72" y="30"/>
      </p:cViewPr>
      <p:guideLst>
        <p:guide orient="horz" pos="2160"/>
        <p:guide orient="horz" pos="1480"/>
        <p:guide orient="horz" pos="3612"/>
        <p:guide orient="horz" pos="2931"/>
        <p:guide pos="3840"/>
        <p:guide pos="3386"/>
        <p:guide pos="7378"/>
        <p:guide pos="937"/>
        <p:guide pos="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275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제목 10">
            <a:extLst>
              <a:ext uri="{FF2B5EF4-FFF2-40B4-BE49-F238E27FC236}">
                <a16:creationId xmlns:a16="http://schemas.microsoft.com/office/drawing/2014/main" id="{EEC9474F-4624-B4C5-C07A-B2A8559B9226}"/>
              </a:ext>
            </a:extLst>
          </p:cNvPr>
          <p:cNvSpPr txBox="1">
            <a:spLocks/>
          </p:cNvSpPr>
          <p:nvPr userDrawn="1"/>
        </p:nvSpPr>
        <p:spPr>
          <a:xfrm>
            <a:off x="196734" y="146400"/>
            <a:ext cx="8543925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E17E102D-43D7-31D3-462D-36D556711E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664938"/>
            <a:ext cx="9491674" cy="3257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/>
                <a:cs typeface="LG스마트체2.0 Regular" panose="020B0600000101010101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</a:t>
            </a:r>
            <a:endParaRPr lang="en-US" altLang="ko-KR" dirty="0"/>
          </a:p>
        </p:txBody>
      </p:sp>
      <p:sp>
        <p:nvSpPr>
          <p:cNvPr id="22" name="제목 10">
            <a:extLst>
              <a:ext uri="{FF2B5EF4-FFF2-40B4-BE49-F238E27FC236}">
                <a16:creationId xmlns:a16="http://schemas.microsoft.com/office/drawing/2014/main" id="{035B370F-B3CC-C6BA-1190-92DE2361F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92" y="233905"/>
            <a:ext cx="8523067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71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4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4ED57019-B443-D147-BB14-B2BCA559265B}"/>
              </a:ext>
            </a:extLst>
          </p:cNvPr>
          <p:cNvSpPr txBox="1"/>
          <p:nvPr userDrawn="1"/>
        </p:nvSpPr>
        <p:spPr>
          <a:xfrm>
            <a:off x="5588493" y="6710763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lang="en-US"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LG Smart_H2.0 B"/>
              </a:rPr>
              <a:t>PUBLIC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B946EA-326D-49C6-F055-E288E27C44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423475"/>
            <a:ext cx="1192373" cy="2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4" r:id="rId2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LG스마트체2.0 Regular" panose="020B0600000101010101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1pPr>
      <a:lvl2pPr marL="68583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3pPr>
      <a:lvl4pPr marL="160028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4pPr>
      <a:lvl5pPr marL="205750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602290C-853B-3D08-C0B6-0B320E10A9D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 err="1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팔란티어</a:t>
            </a:r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보안 검토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491517A0-1EFD-0BB0-C313-27171DB7C69B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3E43EF5E-D9D4-DBF2-682A-0EF9F1814DC1}"/>
              </a:ext>
            </a:extLst>
          </p:cNvPr>
          <p:cNvSpPr>
            <a:spLocks/>
          </p:cNvSpPr>
          <p:nvPr/>
        </p:nvSpPr>
        <p:spPr>
          <a:xfrm>
            <a:off x="495350" y="1258437"/>
            <a:ext cx="10785226" cy="2267173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일반적인 </a:t>
            </a:r>
            <a:r>
              <a:rPr kumimoji="1"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팔란티어의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온톨로지 구축 및 </a:t>
            </a:r>
            <a:r>
              <a:rPr kumimoji="1"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활용시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보안관점 검토</a:t>
            </a:r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kumimoji="1"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온프레미스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그림 또는 설명 위주로 </a:t>
            </a:r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우리는 </a:t>
            </a:r>
            <a:r>
              <a:rPr kumimoji="1"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온프레미스로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구축하게 된다면 보안 </a:t>
            </a:r>
            <a:r>
              <a:rPr kumimoji="1" lang="ko-KR" alt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위협없이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서비스를 이용할 수 있겠다는 설명을 하기 위함</a:t>
            </a:r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6EAB532-5DC7-4355-7AF7-918C1017E3CC}"/>
              </a:ext>
            </a:extLst>
          </p:cNvPr>
          <p:cNvSpPr>
            <a:spLocks/>
          </p:cNvSpPr>
          <p:nvPr/>
        </p:nvSpPr>
        <p:spPr>
          <a:xfrm>
            <a:off x="495350" y="3754115"/>
            <a:ext cx="10857234" cy="2267173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kumimoji="1" lang="ko-KR" altLang="en-US" dirty="0">
                <a:solidFill>
                  <a:schemeClr val="tx1"/>
                </a:solidFill>
              </a:rPr>
              <a:t>도입하는 업체 보안 유형 현황 </a:t>
            </a: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 err="1">
                <a:solidFill>
                  <a:schemeClr val="tx1"/>
                </a:solidFill>
              </a:rPr>
              <a:t>온프레미스</a:t>
            </a:r>
            <a:r>
              <a:rPr kumimoji="1" lang="en-US" altLang="ko-KR" dirty="0">
                <a:solidFill>
                  <a:schemeClr val="tx1"/>
                </a:solidFill>
              </a:rPr>
              <a:t>, Saas, </a:t>
            </a:r>
            <a:r>
              <a:rPr kumimoji="1" lang="ko-KR" altLang="en-US" dirty="0">
                <a:solidFill>
                  <a:schemeClr val="tx1"/>
                </a:solidFill>
              </a:rPr>
              <a:t>클라우드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  <a:r>
              <a:rPr kumimoji="1" lang="ko-KR" altLang="en-US" dirty="0">
                <a:solidFill>
                  <a:schemeClr val="tx1"/>
                </a:solidFill>
              </a:rPr>
              <a:t>등 각 케이스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</a:p>
          <a:p>
            <a:pPr algn="ctr" latinLnBrk="0"/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사용하는 </a:t>
            </a:r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LLM, 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온톨로지</a:t>
            </a:r>
            <a:r>
              <a:rPr kumimoji="1"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kumimoji="1"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구축에 대한 보안관점에서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1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6813-8839-9DC3-620B-CD2C19A9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F33B0D9-0F2C-3C2A-279F-BCC3571BDDAF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경쟁사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(S </a:t>
            </a:r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社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)</a:t>
            </a:r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적용 사례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06E7840-E4CE-962B-8600-075E09EBF437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2" name="모서리가 둥근 직사각형 16">
            <a:extLst>
              <a:ext uri="{FF2B5EF4-FFF2-40B4-BE49-F238E27FC236}">
                <a16:creationId xmlns:a16="http://schemas.microsoft.com/office/drawing/2014/main" id="{4267EEC9-F3DF-161A-1DCF-359C0EE9A28A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모서리가 둥근 직사각형 19">
            <a:extLst>
              <a:ext uri="{FF2B5EF4-FFF2-40B4-BE49-F238E27FC236}">
                <a16:creationId xmlns:a16="http://schemas.microsoft.com/office/drawing/2014/main" id="{95CE29F1-9C68-AC47-3CAD-92D958A98009}"/>
              </a:ext>
            </a:extLst>
          </p:cNvPr>
          <p:cNvSpPr/>
          <p:nvPr/>
        </p:nvSpPr>
        <p:spPr>
          <a:xfrm>
            <a:off x="1199973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추진 배경</a:t>
            </a:r>
          </a:p>
        </p:txBody>
      </p:sp>
      <p:sp>
        <p:nvSpPr>
          <p:cNvPr id="6" name="모서리가 둥근 직사각형 16">
            <a:extLst>
              <a:ext uri="{FF2B5EF4-FFF2-40B4-BE49-F238E27FC236}">
                <a16:creationId xmlns:a16="http://schemas.microsoft.com/office/drawing/2014/main" id="{DFD90DAB-9F25-2897-118A-B3CA81E97100}"/>
              </a:ext>
            </a:extLst>
          </p:cNvPr>
          <p:cNvSpPr>
            <a:spLocks/>
          </p:cNvSpPr>
          <p:nvPr/>
        </p:nvSpPr>
        <p:spPr>
          <a:xfrm>
            <a:off x="4151784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9">
            <a:extLst>
              <a:ext uri="{FF2B5EF4-FFF2-40B4-BE49-F238E27FC236}">
                <a16:creationId xmlns:a16="http://schemas.microsoft.com/office/drawing/2014/main" id="{F9804591-F23C-3260-BE41-748EEB5F5CA1}"/>
              </a:ext>
            </a:extLst>
          </p:cNvPr>
          <p:cNvSpPr/>
          <p:nvPr/>
        </p:nvSpPr>
        <p:spPr>
          <a:xfrm>
            <a:off x="4872331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25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년 이전 현황</a:t>
            </a: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BEBA818E-4572-CF45-89E4-3BB629128DCB}"/>
              </a:ext>
            </a:extLst>
          </p:cNvPr>
          <p:cNvSpPr>
            <a:spLocks/>
          </p:cNvSpPr>
          <p:nvPr/>
        </p:nvSpPr>
        <p:spPr>
          <a:xfrm>
            <a:off x="7742138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5" name="모서리가 둥근 직사각형 53">
            <a:extLst>
              <a:ext uri="{FF2B5EF4-FFF2-40B4-BE49-F238E27FC236}">
                <a16:creationId xmlns:a16="http://schemas.microsoft.com/office/drawing/2014/main" id="{BB44555C-5B75-7E10-7CCD-D2CA344CFC7B}"/>
              </a:ext>
            </a:extLst>
          </p:cNvPr>
          <p:cNvSpPr/>
          <p:nvPr/>
        </p:nvSpPr>
        <p:spPr>
          <a:xfrm>
            <a:off x="623392" y="282501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2nm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공정에 대한 적용 </a:t>
            </a: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사례등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모서리가 둥근 직사각형 54">
            <a:extLst>
              <a:ext uri="{FF2B5EF4-FFF2-40B4-BE49-F238E27FC236}">
                <a16:creationId xmlns:a16="http://schemas.microsoft.com/office/drawing/2014/main" id="{D3FBDDF2-7BD4-5A46-FD17-F4CDD1EDAE6F}"/>
              </a:ext>
            </a:extLst>
          </p:cNvPr>
          <p:cNvSpPr/>
          <p:nvPr/>
        </p:nvSpPr>
        <p:spPr>
          <a:xfrm>
            <a:off x="623392" y="201797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25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 혹은 이전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이후 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Palantir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도입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협력기사</a:t>
            </a:r>
          </a:p>
        </p:txBody>
      </p:sp>
      <p:pic>
        <p:nvPicPr>
          <p:cNvPr id="69" name="그래픽 68">
            <a:extLst>
              <a:ext uri="{FF2B5EF4-FFF2-40B4-BE49-F238E27FC236}">
                <a16:creationId xmlns:a16="http://schemas.microsoft.com/office/drawing/2014/main" id="{DBB05A01-8F64-124C-E39C-8D34BE749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2080041"/>
            <a:ext cx="170164" cy="183732"/>
          </a:xfrm>
          <a:prstGeom prst="rect">
            <a:avLst/>
          </a:prstGeom>
        </p:spPr>
      </p:pic>
      <p:pic>
        <p:nvPicPr>
          <p:cNvPr id="70" name="그래픽 69">
            <a:extLst>
              <a:ext uri="{FF2B5EF4-FFF2-40B4-BE49-F238E27FC236}">
                <a16:creationId xmlns:a16="http://schemas.microsoft.com/office/drawing/2014/main" id="{09D2C701-CF01-D5C4-54DF-499EABC75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2887158"/>
            <a:ext cx="170164" cy="183732"/>
          </a:xfrm>
          <a:prstGeom prst="rect">
            <a:avLst/>
          </a:prstGeom>
        </p:spPr>
      </p:pic>
      <p:sp>
        <p:nvSpPr>
          <p:cNvPr id="71" name="모서리가 둥근 직사각형 53">
            <a:extLst>
              <a:ext uri="{FF2B5EF4-FFF2-40B4-BE49-F238E27FC236}">
                <a16:creationId xmlns:a16="http://schemas.microsoft.com/office/drawing/2014/main" id="{AB25D80E-6526-AF85-2C6C-3D277769FB08}"/>
              </a:ext>
            </a:extLst>
          </p:cNvPr>
          <p:cNvSpPr/>
          <p:nvPr/>
        </p:nvSpPr>
        <p:spPr>
          <a:xfrm>
            <a:off x="623392" y="3836437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DX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부문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PoC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위한 노력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2" name="그래픽 71">
            <a:extLst>
              <a:ext uri="{FF2B5EF4-FFF2-40B4-BE49-F238E27FC236}">
                <a16:creationId xmlns:a16="http://schemas.microsoft.com/office/drawing/2014/main" id="{BF07E238-B520-73F2-EB8B-9337C9027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3898583"/>
            <a:ext cx="170164" cy="183732"/>
          </a:xfrm>
          <a:prstGeom prst="rect">
            <a:avLst/>
          </a:prstGeom>
        </p:spPr>
      </p:pic>
      <p:sp>
        <p:nvSpPr>
          <p:cNvPr id="73" name="모서리가 둥근 직사각형 53">
            <a:extLst>
              <a:ext uri="{FF2B5EF4-FFF2-40B4-BE49-F238E27FC236}">
                <a16:creationId xmlns:a16="http://schemas.microsoft.com/office/drawing/2014/main" id="{1A69B420-BD05-2012-B63D-BD0691D2A905}"/>
              </a:ext>
            </a:extLst>
          </p:cNvPr>
          <p:cNvSpPr/>
          <p:nvPr/>
        </p:nvSpPr>
        <p:spPr>
          <a:xfrm>
            <a:off x="623392" y="4768459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파운드리 차세대 공정 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스마트공장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물류</a:t>
            </a:r>
            <a:r>
              <a:rPr kumimoji="1"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??-</a:t>
            </a:r>
            <a:endParaRPr kumimoji="1"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D955B6A2-EB55-C6D0-FADB-1853A06F4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072" y="4830605"/>
            <a:ext cx="170164" cy="183732"/>
          </a:xfrm>
          <a:prstGeom prst="rect">
            <a:avLst/>
          </a:prstGeom>
        </p:spPr>
      </p:pic>
      <p:sp>
        <p:nvSpPr>
          <p:cNvPr id="75" name="모서리가 둥근 직사각형 53">
            <a:extLst>
              <a:ext uri="{FF2B5EF4-FFF2-40B4-BE49-F238E27FC236}">
                <a16:creationId xmlns:a16="http://schemas.microsoft.com/office/drawing/2014/main" id="{6BDB29AD-CC48-905B-C1BF-5D981072E43E}"/>
              </a:ext>
            </a:extLst>
          </p:cNvPr>
          <p:cNvSpPr/>
          <p:nvPr/>
        </p:nvSpPr>
        <p:spPr>
          <a:xfrm>
            <a:off x="4295800" y="1999269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6" name="그래픽 75">
            <a:extLst>
              <a:ext uri="{FF2B5EF4-FFF2-40B4-BE49-F238E27FC236}">
                <a16:creationId xmlns:a16="http://schemas.microsoft.com/office/drawing/2014/main" id="{C0E311B1-2FE5-06C0-C646-4F64FF04C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2061415"/>
            <a:ext cx="170164" cy="183732"/>
          </a:xfrm>
          <a:prstGeom prst="rect">
            <a:avLst/>
          </a:prstGeom>
        </p:spPr>
      </p:pic>
      <p:sp>
        <p:nvSpPr>
          <p:cNvPr id="77" name="모서리가 둥근 직사각형 53">
            <a:extLst>
              <a:ext uri="{FF2B5EF4-FFF2-40B4-BE49-F238E27FC236}">
                <a16:creationId xmlns:a16="http://schemas.microsoft.com/office/drawing/2014/main" id="{AAC8F392-4AAC-EBCA-DA87-D30A8B22C6FE}"/>
              </a:ext>
            </a:extLst>
          </p:cNvPr>
          <p:cNvSpPr/>
          <p:nvPr/>
        </p:nvSpPr>
        <p:spPr>
          <a:xfrm>
            <a:off x="4295800" y="347159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8" name="그래픽 77">
            <a:extLst>
              <a:ext uri="{FF2B5EF4-FFF2-40B4-BE49-F238E27FC236}">
                <a16:creationId xmlns:a16="http://schemas.microsoft.com/office/drawing/2014/main" id="{86A69EB4-18C7-A654-34F9-E0B1C24DE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3533738"/>
            <a:ext cx="170164" cy="183732"/>
          </a:xfrm>
          <a:prstGeom prst="rect">
            <a:avLst/>
          </a:prstGeom>
        </p:spPr>
      </p:pic>
      <p:sp>
        <p:nvSpPr>
          <p:cNvPr id="80" name="모서리가 둥근 직사각형 53">
            <a:extLst>
              <a:ext uri="{FF2B5EF4-FFF2-40B4-BE49-F238E27FC236}">
                <a16:creationId xmlns:a16="http://schemas.microsoft.com/office/drawing/2014/main" id="{D72D15B8-E29D-450F-0EC9-BC824798FDDD}"/>
              </a:ext>
            </a:extLst>
          </p:cNvPr>
          <p:cNvSpPr/>
          <p:nvPr/>
        </p:nvSpPr>
        <p:spPr>
          <a:xfrm>
            <a:off x="4295800" y="5529210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1" name="그래픽 80">
            <a:extLst>
              <a:ext uri="{FF2B5EF4-FFF2-40B4-BE49-F238E27FC236}">
                <a16:creationId xmlns:a16="http://schemas.microsoft.com/office/drawing/2014/main" id="{6380E6F9-7986-8F03-C1D8-78870A18B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4480" y="5591356"/>
            <a:ext cx="170164" cy="183732"/>
          </a:xfrm>
          <a:prstGeom prst="rect">
            <a:avLst/>
          </a:prstGeom>
        </p:spPr>
      </p:pic>
      <p:sp>
        <p:nvSpPr>
          <p:cNvPr id="82" name="모서리가 둥근 직사각형 53">
            <a:extLst>
              <a:ext uri="{FF2B5EF4-FFF2-40B4-BE49-F238E27FC236}">
                <a16:creationId xmlns:a16="http://schemas.microsoft.com/office/drawing/2014/main" id="{ADE2FD47-67DA-0746-033E-FBE562695744}"/>
              </a:ext>
            </a:extLst>
          </p:cNvPr>
          <p:cNvSpPr/>
          <p:nvPr/>
        </p:nvSpPr>
        <p:spPr>
          <a:xfrm>
            <a:off x="4260875" y="4500401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A1AE8959-F5C3-8FC2-7306-CCFD334EC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39555" y="4562547"/>
            <a:ext cx="170164" cy="183732"/>
          </a:xfrm>
          <a:prstGeom prst="rect">
            <a:avLst/>
          </a:prstGeom>
        </p:spPr>
      </p:pic>
      <p:sp>
        <p:nvSpPr>
          <p:cNvPr id="84" name="모서리가 둥근 직사각형 53">
            <a:extLst>
              <a:ext uri="{FF2B5EF4-FFF2-40B4-BE49-F238E27FC236}">
                <a16:creationId xmlns:a16="http://schemas.microsoft.com/office/drawing/2014/main" id="{5112C4CD-8B57-4397-25A1-43CB554DC21E}"/>
              </a:ext>
            </a:extLst>
          </p:cNvPr>
          <p:cNvSpPr/>
          <p:nvPr/>
        </p:nvSpPr>
        <p:spPr>
          <a:xfrm>
            <a:off x="7852717" y="1955651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5" name="그래픽 84">
            <a:extLst>
              <a:ext uri="{FF2B5EF4-FFF2-40B4-BE49-F238E27FC236}">
                <a16:creationId xmlns:a16="http://schemas.microsoft.com/office/drawing/2014/main" id="{D7FC5AA9-272C-45FE-DF5C-2F68CF1C2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2017797"/>
            <a:ext cx="170164" cy="183732"/>
          </a:xfrm>
          <a:prstGeom prst="rect">
            <a:avLst/>
          </a:prstGeom>
        </p:spPr>
      </p:pic>
      <p:sp>
        <p:nvSpPr>
          <p:cNvPr id="86" name="모서리가 둥근 직사각형 53">
            <a:extLst>
              <a:ext uri="{FF2B5EF4-FFF2-40B4-BE49-F238E27FC236}">
                <a16:creationId xmlns:a16="http://schemas.microsoft.com/office/drawing/2014/main" id="{6AEE8794-9540-F843-DD2F-1DAA0D76BFFB}"/>
              </a:ext>
            </a:extLst>
          </p:cNvPr>
          <p:cNvSpPr/>
          <p:nvPr/>
        </p:nvSpPr>
        <p:spPr>
          <a:xfrm>
            <a:off x="7852717" y="3427974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7" name="그래픽 86">
            <a:extLst>
              <a:ext uri="{FF2B5EF4-FFF2-40B4-BE49-F238E27FC236}">
                <a16:creationId xmlns:a16="http://schemas.microsoft.com/office/drawing/2014/main" id="{0A88574D-746C-8DD1-CFE6-B832A3364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3490120"/>
            <a:ext cx="170164" cy="183732"/>
          </a:xfrm>
          <a:prstGeom prst="rect">
            <a:avLst/>
          </a:prstGeom>
        </p:spPr>
      </p:pic>
      <p:sp>
        <p:nvSpPr>
          <p:cNvPr id="88" name="모서리가 둥근 직사각형 53">
            <a:extLst>
              <a:ext uri="{FF2B5EF4-FFF2-40B4-BE49-F238E27FC236}">
                <a16:creationId xmlns:a16="http://schemas.microsoft.com/office/drawing/2014/main" id="{BF448E18-9D52-B155-F440-02458AB66C7C}"/>
              </a:ext>
            </a:extLst>
          </p:cNvPr>
          <p:cNvSpPr/>
          <p:nvPr/>
        </p:nvSpPr>
        <p:spPr>
          <a:xfrm>
            <a:off x="7852717" y="5485592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FEC64D1C-8CA1-566C-A334-09D2031D8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1397" y="5547738"/>
            <a:ext cx="170164" cy="183732"/>
          </a:xfrm>
          <a:prstGeom prst="rect">
            <a:avLst/>
          </a:prstGeom>
        </p:spPr>
      </p:pic>
      <p:sp>
        <p:nvSpPr>
          <p:cNvPr id="90" name="모서리가 둥근 직사각형 53">
            <a:extLst>
              <a:ext uri="{FF2B5EF4-FFF2-40B4-BE49-F238E27FC236}">
                <a16:creationId xmlns:a16="http://schemas.microsoft.com/office/drawing/2014/main" id="{091708A9-616E-2718-448A-41FF9390EB3B}"/>
              </a:ext>
            </a:extLst>
          </p:cNvPr>
          <p:cNvSpPr/>
          <p:nvPr/>
        </p:nvSpPr>
        <p:spPr>
          <a:xfrm>
            <a:off x="7817792" y="4456783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1" name="그래픽 90">
            <a:extLst>
              <a:ext uri="{FF2B5EF4-FFF2-40B4-BE49-F238E27FC236}">
                <a16:creationId xmlns:a16="http://schemas.microsoft.com/office/drawing/2014/main" id="{78B670FA-0599-C5A5-BFF0-0A357DFAA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6472" y="4518929"/>
            <a:ext cx="170164" cy="183732"/>
          </a:xfrm>
          <a:prstGeom prst="rect">
            <a:avLst/>
          </a:prstGeom>
        </p:spPr>
      </p:pic>
      <p:sp>
        <p:nvSpPr>
          <p:cNvPr id="92" name="모서리가 둥근 직사각형 19">
            <a:extLst>
              <a:ext uri="{FF2B5EF4-FFF2-40B4-BE49-F238E27FC236}">
                <a16:creationId xmlns:a16="http://schemas.microsoft.com/office/drawing/2014/main" id="{1532F734-4289-AF94-9A0C-E974D515B888}"/>
              </a:ext>
            </a:extLst>
          </p:cNvPr>
          <p:cNvSpPr/>
          <p:nvPr/>
        </p:nvSpPr>
        <p:spPr>
          <a:xfrm>
            <a:off x="8504981" y="142704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26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년 이후 현황</a:t>
            </a:r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현재</a:t>
            </a:r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  <p:sp>
        <p:nvSpPr>
          <p:cNvPr id="93" name="모서리가 둥근 직사각형 53">
            <a:extLst>
              <a:ext uri="{FF2B5EF4-FFF2-40B4-BE49-F238E27FC236}">
                <a16:creationId xmlns:a16="http://schemas.microsoft.com/office/drawing/2014/main" id="{AC91F243-0B93-E9F3-2A61-88356330C18F}"/>
              </a:ext>
            </a:extLst>
          </p:cNvPr>
          <p:cNvSpPr/>
          <p:nvPr/>
        </p:nvSpPr>
        <p:spPr>
          <a:xfrm>
            <a:off x="640113" y="5454823"/>
            <a:ext cx="296745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endParaRPr kumimoji="1"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4" name="그래픽 93">
            <a:extLst>
              <a:ext uri="{FF2B5EF4-FFF2-40B4-BE49-F238E27FC236}">
                <a16:creationId xmlns:a16="http://schemas.microsoft.com/office/drawing/2014/main" id="{3B72B92D-D779-18A0-AB5A-CCBEBD682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793" y="5516969"/>
            <a:ext cx="170164" cy="1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7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16C2-701B-ABDC-A1C6-EBA7F69D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7DD3F6-EC91-E81D-31BB-68C8CDA8923A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LG </a:t>
            </a:r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계열사 적용 현황</a:t>
            </a: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A231F8E-C7C1-C7C8-FD69-3C942E49AAD9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7" name="모서리가 둥근 직사각형 11">
            <a:extLst>
              <a:ext uri="{FF2B5EF4-FFF2-40B4-BE49-F238E27FC236}">
                <a16:creationId xmlns:a16="http://schemas.microsoft.com/office/drawing/2014/main" id="{DDD0525E-E719-BCDC-EC0A-687A56E718C8}"/>
              </a:ext>
            </a:extLst>
          </p:cNvPr>
          <p:cNvSpPr>
            <a:spLocks/>
          </p:cNvSpPr>
          <p:nvPr/>
        </p:nvSpPr>
        <p:spPr>
          <a:xfrm>
            <a:off x="263352" y="5157954"/>
            <a:ext cx="5298094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위쪽 화살표[U] 41">
            <a:extLst>
              <a:ext uri="{FF2B5EF4-FFF2-40B4-BE49-F238E27FC236}">
                <a16:creationId xmlns:a16="http://schemas.microsoft.com/office/drawing/2014/main" id="{E34C1F7E-0B3D-C04D-3F2C-45BE035DEDBD}"/>
              </a:ext>
            </a:extLst>
          </p:cNvPr>
          <p:cNvSpPr/>
          <p:nvPr/>
        </p:nvSpPr>
        <p:spPr>
          <a:xfrm rot="10800000">
            <a:off x="2577523" y="4975482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3E615759-D60C-FEA5-6E82-0A18F9390A08}"/>
              </a:ext>
            </a:extLst>
          </p:cNvPr>
          <p:cNvSpPr>
            <a:spLocks/>
          </p:cNvSpPr>
          <p:nvPr/>
        </p:nvSpPr>
        <p:spPr>
          <a:xfrm>
            <a:off x="259113" y="4060470"/>
            <a:ext cx="530233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위쪽 화살표[U] 47">
            <a:extLst>
              <a:ext uri="{FF2B5EF4-FFF2-40B4-BE49-F238E27FC236}">
                <a16:creationId xmlns:a16="http://schemas.microsoft.com/office/drawing/2014/main" id="{E9A84A69-96A5-77A7-09E3-8323FA2639B1}"/>
              </a:ext>
            </a:extLst>
          </p:cNvPr>
          <p:cNvSpPr/>
          <p:nvPr/>
        </p:nvSpPr>
        <p:spPr>
          <a:xfrm rot="10800000">
            <a:off x="2584256" y="3748892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3E46DC08-D082-234E-4F5C-565B787169A7}"/>
              </a:ext>
            </a:extLst>
          </p:cNvPr>
          <p:cNvSpPr>
            <a:spLocks/>
          </p:cNvSpPr>
          <p:nvPr/>
        </p:nvSpPr>
        <p:spPr>
          <a:xfrm>
            <a:off x="263352" y="2924944"/>
            <a:ext cx="530233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위쪽 화살표[U] 47">
            <a:extLst>
              <a:ext uri="{FF2B5EF4-FFF2-40B4-BE49-F238E27FC236}">
                <a16:creationId xmlns:a16="http://schemas.microsoft.com/office/drawing/2014/main" id="{F6163866-C528-6152-F425-1482A3B6A976}"/>
              </a:ext>
            </a:extLst>
          </p:cNvPr>
          <p:cNvSpPr/>
          <p:nvPr/>
        </p:nvSpPr>
        <p:spPr>
          <a:xfrm rot="10800000">
            <a:off x="2580017" y="2613366"/>
            <a:ext cx="720647" cy="541750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DA0A21E-7161-1CA7-8909-E87C76F31756}"/>
              </a:ext>
            </a:extLst>
          </p:cNvPr>
          <p:cNvSpPr>
            <a:spLocks/>
          </p:cNvSpPr>
          <p:nvPr/>
        </p:nvSpPr>
        <p:spPr>
          <a:xfrm>
            <a:off x="259113" y="1789418"/>
            <a:ext cx="5306573" cy="1005659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9">
            <a:extLst>
              <a:ext uri="{FF2B5EF4-FFF2-40B4-BE49-F238E27FC236}">
                <a16:creationId xmlns:a16="http://schemas.microsoft.com/office/drawing/2014/main" id="{666A7CE4-308A-10D5-FE42-FC6CB44EE81A}"/>
              </a:ext>
            </a:extLst>
          </p:cNvPr>
          <p:cNvSpPr/>
          <p:nvPr/>
        </p:nvSpPr>
        <p:spPr>
          <a:xfrm>
            <a:off x="1991544" y="1396381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16F702FB-C755-DDA8-DD52-EFC1B9F820E3}"/>
              </a:ext>
            </a:extLst>
          </p:cNvPr>
          <p:cNvSpPr txBox="1"/>
          <p:nvPr/>
        </p:nvSpPr>
        <p:spPr>
          <a:xfrm>
            <a:off x="2235858" y="1411770"/>
            <a:ext cx="1370888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단계별 도입 전략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68C8E-57B8-E79D-613C-22DF8E96F831}"/>
              </a:ext>
            </a:extLst>
          </p:cNvPr>
          <p:cNvSpPr txBox="1"/>
          <p:nvPr/>
        </p:nvSpPr>
        <p:spPr>
          <a:xfrm>
            <a:off x="2800111" y="1759011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en" altLang="ko-KR" dirty="0"/>
          </a:p>
        </p:txBody>
      </p:sp>
      <p:sp>
        <p:nvSpPr>
          <p:cNvPr id="15" name="모서리가 둥근 직사각형 9">
            <a:extLst>
              <a:ext uri="{FF2B5EF4-FFF2-40B4-BE49-F238E27FC236}">
                <a16:creationId xmlns:a16="http://schemas.microsoft.com/office/drawing/2014/main" id="{025D5BA4-D3B9-8596-53A7-6852BA849FDC}"/>
              </a:ext>
            </a:extLst>
          </p:cNvPr>
          <p:cNvSpPr/>
          <p:nvPr/>
        </p:nvSpPr>
        <p:spPr>
          <a:xfrm>
            <a:off x="6812962" y="980728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C4777A4-8124-35B6-E834-CB256F2EC7C1}"/>
              </a:ext>
            </a:extLst>
          </p:cNvPr>
          <p:cNvSpPr txBox="1"/>
          <p:nvPr/>
        </p:nvSpPr>
        <p:spPr>
          <a:xfrm>
            <a:off x="6953082" y="996117"/>
            <a:ext cx="1579278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각 계열사 적용 현황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C6DDA-2F03-814C-2F80-BB595704A1A3}"/>
              </a:ext>
            </a:extLst>
          </p:cNvPr>
          <p:cNvSpPr txBox="1"/>
          <p:nvPr/>
        </p:nvSpPr>
        <p:spPr>
          <a:xfrm>
            <a:off x="407368" y="1855084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설명회 </a:t>
            </a:r>
            <a:r>
              <a:rPr lang="en-US" altLang="ko-KR" dirty="0"/>
              <a:t>/ </a:t>
            </a:r>
            <a:r>
              <a:rPr lang="ko-KR" altLang="en-US" dirty="0"/>
              <a:t>문제 정의</a:t>
            </a:r>
            <a:endParaRPr lang="en-US" altLang="ko-K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AE9A2-7E5B-DF8D-C842-9A4E3412D08A}"/>
              </a:ext>
            </a:extLst>
          </p:cNvPr>
          <p:cNvSpPr txBox="1"/>
          <p:nvPr/>
        </p:nvSpPr>
        <p:spPr>
          <a:xfrm>
            <a:off x="397893" y="3090819"/>
            <a:ext cx="367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Pilot </a:t>
            </a:r>
            <a:r>
              <a:rPr lang="ko-KR" altLang="en-US" dirty="0"/>
              <a:t>적용 </a:t>
            </a:r>
            <a:r>
              <a:rPr lang="en-US" altLang="ko-KR" dirty="0"/>
              <a:t>(PoC) </a:t>
            </a:r>
            <a:r>
              <a:rPr lang="ko-KR" altLang="en-US" dirty="0"/>
              <a:t>및 타당성 검토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64146-A728-4E44-DA5D-FF3EFDBC6581}"/>
              </a:ext>
            </a:extLst>
          </p:cNvPr>
          <p:cNvSpPr txBox="1"/>
          <p:nvPr/>
        </p:nvSpPr>
        <p:spPr>
          <a:xfrm>
            <a:off x="407368" y="4174946"/>
            <a:ext cx="144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전면 적용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54AD5F-9727-0379-C3D1-793739739188}"/>
              </a:ext>
            </a:extLst>
          </p:cNvPr>
          <p:cNvSpPr txBox="1"/>
          <p:nvPr/>
        </p:nvSpPr>
        <p:spPr>
          <a:xfrm>
            <a:off x="407368" y="5267812"/>
            <a:ext cx="144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확대 전개</a:t>
            </a:r>
            <a:endParaRPr lang="en-US" altLang="ko-KR" dirty="0"/>
          </a:p>
        </p:txBody>
      </p:sp>
      <p:sp>
        <p:nvSpPr>
          <p:cNvPr id="22" name="모서리가 둥근 직사각형 9">
            <a:extLst>
              <a:ext uri="{FF2B5EF4-FFF2-40B4-BE49-F238E27FC236}">
                <a16:creationId xmlns:a16="http://schemas.microsoft.com/office/drawing/2014/main" id="{D20E13EF-0396-5EC2-730C-AAC971B03FFC}"/>
              </a:ext>
            </a:extLst>
          </p:cNvPr>
          <p:cNvSpPr/>
          <p:nvPr/>
        </p:nvSpPr>
        <p:spPr>
          <a:xfrm>
            <a:off x="5807968" y="1435696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5BD1B594-6D8B-168C-4C5B-63C9FA99726B}"/>
              </a:ext>
            </a:extLst>
          </p:cNvPr>
          <p:cNvSpPr txBox="1"/>
          <p:nvPr/>
        </p:nvSpPr>
        <p:spPr>
          <a:xfrm>
            <a:off x="6063073" y="1451085"/>
            <a:ext cx="539443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LGES</a:t>
            </a:r>
          </a:p>
        </p:txBody>
      </p:sp>
      <p:sp>
        <p:nvSpPr>
          <p:cNvPr id="24" name="모서리가 둥근 직사각형 9">
            <a:extLst>
              <a:ext uri="{FF2B5EF4-FFF2-40B4-BE49-F238E27FC236}">
                <a16:creationId xmlns:a16="http://schemas.microsoft.com/office/drawing/2014/main" id="{1757159F-5CAC-F42E-B644-D69A52DA7B5C}"/>
              </a:ext>
            </a:extLst>
          </p:cNvPr>
          <p:cNvSpPr/>
          <p:nvPr/>
        </p:nvSpPr>
        <p:spPr>
          <a:xfrm>
            <a:off x="7112718" y="1435696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DDA9E5EF-0083-FED2-06D6-9DB77951E4EE}"/>
              </a:ext>
            </a:extLst>
          </p:cNvPr>
          <p:cNvSpPr txBox="1"/>
          <p:nvPr/>
        </p:nvSpPr>
        <p:spPr>
          <a:xfrm>
            <a:off x="7411104" y="1451085"/>
            <a:ext cx="452881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LGE</a:t>
            </a:r>
          </a:p>
        </p:txBody>
      </p:sp>
      <p:sp>
        <p:nvSpPr>
          <p:cNvPr id="26" name="모서리가 둥근 직사각형 9">
            <a:extLst>
              <a:ext uri="{FF2B5EF4-FFF2-40B4-BE49-F238E27FC236}">
                <a16:creationId xmlns:a16="http://schemas.microsoft.com/office/drawing/2014/main" id="{0B2785FA-B5DF-8E60-4536-9B99B3593F1A}"/>
              </a:ext>
            </a:extLst>
          </p:cNvPr>
          <p:cNvSpPr/>
          <p:nvPr/>
        </p:nvSpPr>
        <p:spPr>
          <a:xfrm>
            <a:off x="8387620" y="1447971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704B4C9E-31AF-D1BA-5743-FB55A6D39199}"/>
              </a:ext>
            </a:extLst>
          </p:cNvPr>
          <p:cNvSpPr txBox="1"/>
          <p:nvPr/>
        </p:nvSpPr>
        <p:spPr>
          <a:xfrm>
            <a:off x="8469600" y="1463360"/>
            <a:ext cx="885692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LG </a:t>
            </a:r>
            <a:r>
              <a:rPr lang="ko-KR" altLang="en-US" dirty="0" err="1"/>
              <a:t>이노텍</a:t>
            </a:r>
            <a:endParaRPr lang="en-US" altLang="ko-KR" dirty="0"/>
          </a:p>
        </p:txBody>
      </p:sp>
      <p:sp>
        <p:nvSpPr>
          <p:cNvPr id="28" name="모서리가 둥근 직사각형 9">
            <a:extLst>
              <a:ext uri="{FF2B5EF4-FFF2-40B4-BE49-F238E27FC236}">
                <a16:creationId xmlns:a16="http://schemas.microsoft.com/office/drawing/2014/main" id="{6430CC35-3943-59BC-9800-E8F02D1F6499}"/>
              </a:ext>
            </a:extLst>
          </p:cNvPr>
          <p:cNvSpPr/>
          <p:nvPr/>
        </p:nvSpPr>
        <p:spPr>
          <a:xfrm>
            <a:off x="9692370" y="1437164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72D7E7FD-F8FB-A555-07DA-44AB246F9DB2}"/>
              </a:ext>
            </a:extLst>
          </p:cNvPr>
          <p:cNvSpPr txBox="1"/>
          <p:nvPr/>
        </p:nvSpPr>
        <p:spPr>
          <a:xfrm>
            <a:off x="9974726" y="1452553"/>
            <a:ext cx="484941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LGD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8442895-FA71-B27C-1F78-59D5416CFE7A}"/>
              </a:ext>
            </a:extLst>
          </p:cNvPr>
          <p:cNvCxnSpPr>
            <a:stCxn id="23" idx="2"/>
          </p:cNvCxnSpPr>
          <p:nvPr/>
        </p:nvCxnSpPr>
        <p:spPr>
          <a:xfrm>
            <a:off x="6332795" y="172808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ED0FBA3-1B15-AD45-4A35-DE6AE184AD29}"/>
              </a:ext>
            </a:extLst>
          </p:cNvPr>
          <p:cNvCxnSpPr/>
          <p:nvPr/>
        </p:nvCxnSpPr>
        <p:spPr>
          <a:xfrm>
            <a:off x="7620076" y="1741627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8CE8E61-84EA-BC71-6FCD-B224665347FF}"/>
              </a:ext>
            </a:extLst>
          </p:cNvPr>
          <p:cNvCxnSpPr/>
          <p:nvPr/>
        </p:nvCxnSpPr>
        <p:spPr>
          <a:xfrm>
            <a:off x="8907357" y="176129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50A58B0-C7BB-1408-1BC9-2195EF3C3441}"/>
              </a:ext>
            </a:extLst>
          </p:cNvPr>
          <p:cNvCxnSpPr/>
          <p:nvPr/>
        </p:nvCxnSpPr>
        <p:spPr>
          <a:xfrm>
            <a:off x="10167357" y="1728084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6E08A7F4-BCC8-4F87-AE19-3E692D658123}"/>
              </a:ext>
            </a:extLst>
          </p:cNvPr>
          <p:cNvSpPr/>
          <p:nvPr/>
        </p:nvSpPr>
        <p:spPr>
          <a:xfrm>
            <a:off x="7545205" y="3049173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A76B838-9E8D-CB89-67E4-E25067B474F5}"/>
              </a:ext>
            </a:extLst>
          </p:cNvPr>
          <p:cNvSpPr/>
          <p:nvPr/>
        </p:nvSpPr>
        <p:spPr>
          <a:xfrm>
            <a:off x="6257924" y="236612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A2B6C7B-56F7-4450-78DE-86A6BE75BF87}"/>
              </a:ext>
            </a:extLst>
          </p:cNvPr>
          <p:cNvSpPr/>
          <p:nvPr/>
        </p:nvSpPr>
        <p:spPr>
          <a:xfrm>
            <a:off x="8840311" y="3787910"/>
            <a:ext cx="165391" cy="157938"/>
          </a:xfrm>
          <a:prstGeom prst="ellipse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D299B8B-1A23-C13E-66FD-6D4C542B99F4}"/>
              </a:ext>
            </a:extLst>
          </p:cNvPr>
          <p:cNvSpPr/>
          <p:nvPr/>
        </p:nvSpPr>
        <p:spPr>
          <a:xfrm>
            <a:off x="10084661" y="2005083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9">
            <a:extLst>
              <a:ext uri="{FF2B5EF4-FFF2-40B4-BE49-F238E27FC236}">
                <a16:creationId xmlns:a16="http://schemas.microsoft.com/office/drawing/2014/main" id="{48DD619E-136B-EBEA-2C17-121A6C65F23A}"/>
              </a:ext>
            </a:extLst>
          </p:cNvPr>
          <p:cNvSpPr/>
          <p:nvPr/>
        </p:nvSpPr>
        <p:spPr>
          <a:xfrm>
            <a:off x="10997120" y="1444019"/>
            <a:ext cx="1049645" cy="307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8CDFC6EC-CCA4-6006-723F-AF8D6579D807}"/>
              </a:ext>
            </a:extLst>
          </p:cNvPr>
          <p:cNvSpPr txBox="1"/>
          <p:nvPr/>
        </p:nvSpPr>
        <p:spPr>
          <a:xfrm>
            <a:off x="11282137" y="1480428"/>
            <a:ext cx="479619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社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71F0A78-3439-A657-B876-6980B0441C71}"/>
              </a:ext>
            </a:extLst>
          </p:cNvPr>
          <p:cNvCxnSpPr/>
          <p:nvPr/>
        </p:nvCxnSpPr>
        <p:spPr>
          <a:xfrm>
            <a:off x="10848528" y="764704"/>
            <a:ext cx="0" cy="5760640"/>
          </a:xfrm>
          <a:prstGeom prst="line">
            <a:avLst/>
          </a:prstGeom>
          <a:ln w="38100">
            <a:solidFill>
              <a:schemeClr val="bg1">
                <a:lumMod val="50000"/>
                <a:alpha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AB0E5BA5-85F3-1C62-106C-C92E270A6425}"/>
              </a:ext>
            </a:extLst>
          </p:cNvPr>
          <p:cNvSpPr/>
          <p:nvPr/>
        </p:nvSpPr>
        <p:spPr>
          <a:xfrm>
            <a:off x="11408968" y="5373688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8219BE7-7C01-8634-E7EA-B7EC34D2C91C}"/>
              </a:ext>
            </a:extLst>
          </p:cNvPr>
          <p:cNvCxnSpPr/>
          <p:nvPr/>
        </p:nvCxnSpPr>
        <p:spPr>
          <a:xfrm>
            <a:off x="11465790" y="1788205"/>
            <a:ext cx="15650" cy="4435529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7704CC31-AA1F-FB16-9C72-38C83C450678}"/>
              </a:ext>
            </a:extLst>
          </p:cNvPr>
          <p:cNvSpPr/>
          <p:nvPr/>
        </p:nvSpPr>
        <p:spPr>
          <a:xfrm>
            <a:off x="11402643" y="4221538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2E7486BA-B033-BAA1-4CA9-D8976FD09664}"/>
              </a:ext>
            </a:extLst>
          </p:cNvPr>
          <p:cNvSpPr/>
          <p:nvPr/>
        </p:nvSpPr>
        <p:spPr>
          <a:xfrm>
            <a:off x="11383094" y="323141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6A846AD-DD31-335A-F3B7-A756DC900BAF}"/>
              </a:ext>
            </a:extLst>
          </p:cNvPr>
          <p:cNvSpPr/>
          <p:nvPr/>
        </p:nvSpPr>
        <p:spPr>
          <a:xfrm>
            <a:off x="11398744" y="2214335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9E36C7F-87BC-0707-F10E-84F057F04816}"/>
              </a:ext>
            </a:extLst>
          </p:cNvPr>
          <p:cNvSpPr/>
          <p:nvPr/>
        </p:nvSpPr>
        <p:spPr>
          <a:xfrm>
            <a:off x="8818846" y="2349500"/>
            <a:ext cx="165391" cy="15793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CF7493-B31A-6617-82B9-90AB2F92D9CE}"/>
              </a:ext>
            </a:extLst>
          </p:cNvPr>
          <p:cNvSpPr txBox="1"/>
          <p:nvPr/>
        </p:nvSpPr>
        <p:spPr>
          <a:xfrm>
            <a:off x="9011518" y="3736074"/>
            <a:ext cx="5558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drop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428AE-4647-445F-E28E-FECEB9A99AAB}"/>
              </a:ext>
            </a:extLst>
          </p:cNvPr>
          <p:cNvSpPr txBox="1"/>
          <p:nvPr/>
        </p:nvSpPr>
        <p:spPr>
          <a:xfrm>
            <a:off x="11592413" y="5321673"/>
            <a:ext cx="5558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Cont.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502890-E725-C3B9-341F-3FE59A21CEA8}"/>
              </a:ext>
            </a:extLst>
          </p:cNvPr>
          <p:cNvSpPr txBox="1"/>
          <p:nvPr/>
        </p:nvSpPr>
        <p:spPr>
          <a:xfrm>
            <a:off x="11599812" y="4149327"/>
            <a:ext cx="645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solidFill>
                  <a:schemeClr val="accent6">
                    <a:lumMod val="50000"/>
                  </a:schemeClr>
                </a:solidFill>
              </a:rPr>
              <a:t>~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적용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4B80B6-72F3-5135-C008-E85557580214}"/>
              </a:ext>
            </a:extLst>
          </p:cNvPr>
          <p:cNvSpPr txBox="1"/>
          <p:nvPr/>
        </p:nvSpPr>
        <p:spPr>
          <a:xfrm>
            <a:off x="8969128" y="3474464"/>
            <a:ext cx="969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accent6">
                    <a:lumMod val="50000"/>
                  </a:schemeClr>
                </a:solidFill>
              </a:rPr>
              <a:t>Xx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비용소요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92249C-2C5D-6B9C-F376-38335D3D2E8B}"/>
              </a:ext>
            </a:extLst>
          </p:cNvPr>
          <p:cNvSpPr txBox="1"/>
          <p:nvPr/>
        </p:nvSpPr>
        <p:spPr>
          <a:xfrm>
            <a:off x="8996754" y="2314289"/>
            <a:ext cx="969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~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문제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선정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BDF52-1C48-86D6-7E8C-635A7AD4B2F9}"/>
              </a:ext>
            </a:extLst>
          </p:cNvPr>
          <p:cNvSpPr txBox="1"/>
          <p:nvPr/>
        </p:nvSpPr>
        <p:spPr>
          <a:xfrm>
            <a:off x="11639722" y="2214335"/>
            <a:ext cx="461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-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16771B-A946-FE6B-9EFE-FCACCD1E31BF}"/>
              </a:ext>
            </a:extLst>
          </p:cNvPr>
          <p:cNvSpPr txBox="1"/>
          <p:nvPr/>
        </p:nvSpPr>
        <p:spPr>
          <a:xfrm>
            <a:off x="11621842" y="3116773"/>
            <a:ext cx="461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-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0ADE87-7DE3-5E77-44AC-ACEA574D82B3}"/>
              </a:ext>
            </a:extLst>
          </p:cNvPr>
          <p:cNvSpPr txBox="1"/>
          <p:nvPr/>
        </p:nvSpPr>
        <p:spPr>
          <a:xfrm>
            <a:off x="7796692" y="2967206"/>
            <a:ext cx="8757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solidFill>
                  <a:schemeClr val="accent6">
                    <a:lumMod val="50000"/>
                  </a:schemeClr>
                </a:solidFill>
              </a:rPr>
              <a:t>~PoC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선정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A549AD-4652-31EE-687C-9B684E0570A1}"/>
              </a:ext>
            </a:extLst>
          </p:cNvPr>
          <p:cNvSpPr txBox="1"/>
          <p:nvPr/>
        </p:nvSpPr>
        <p:spPr>
          <a:xfrm>
            <a:off x="6455434" y="2291746"/>
            <a:ext cx="8757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~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검토 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PoC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 준비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12650B-B7C1-B269-322A-3794E3366A6E}"/>
              </a:ext>
            </a:extLst>
          </p:cNvPr>
          <p:cNvSpPr txBox="1"/>
          <p:nvPr/>
        </p:nvSpPr>
        <p:spPr>
          <a:xfrm>
            <a:off x="7732822" y="3215556"/>
            <a:ext cx="969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accent6">
                    <a:lumMod val="50000"/>
                  </a:schemeClr>
                </a:solidFill>
              </a:rPr>
              <a:t>Xx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비용소요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105233-05E1-303B-F950-9596929EEB10}"/>
              </a:ext>
            </a:extLst>
          </p:cNvPr>
          <p:cNvSpPr txBox="1"/>
          <p:nvPr/>
        </p:nvSpPr>
        <p:spPr>
          <a:xfrm>
            <a:off x="6454958" y="2705596"/>
            <a:ext cx="969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accent6">
                    <a:lumMod val="50000"/>
                  </a:schemeClr>
                </a:solidFill>
              </a:rPr>
              <a:t>Xx</a:t>
            </a:r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</a:rPr>
              <a:t>비용소요</a:t>
            </a:r>
            <a:endParaRPr lang="en-US" altLang="ko-KR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22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02B0-8DBB-154A-AC22-77046FB5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982F086-5A93-CE14-3ADD-F06F9F4BC73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자사 도입 방안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(LGD)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E801D2CE-C5BA-8D32-41E8-16F5D2F1A16C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11017224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en-US" altLang="ko-KR" sz="1800" dirty="0">
                <a:latin typeface="LG Smart UI SemiBold" panose="020B0700000101010101" pitchFamily="34" charset="-127"/>
              </a:rPr>
              <a:t>Pilot</a:t>
            </a:r>
            <a:r>
              <a:rPr lang="ko-KR" altLang="en-US" sz="1800" dirty="0">
                <a:latin typeface="LG Smart UI SemiBold" panose="020B0700000101010101" pitchFamily="34" charset="-127"/>
              </a:rPr>
              <a:t> </a:t>
            </a:r>
            <a:r>
              <a:rPr lang="en-US" altLang="ko-KR" sz="1800" dirty="0">
                <a:latin typeface="LG Smart UI SemiBold" panose="020B0700000101010101" pitchFamily="34" charset="-127"/>
              </a:rPr>
              <a:t>PoC </a:t>
            </a:r>
            <a:r>
              <a:rPr lang="ko-KR" altLang="en-US" sz="1800" dirty="0">
                <a:latin typeface="LG Smart UI SemiBold" panose="020B0700000101010101" pitchFamily="34" charset="-127"/>
              </a:rPr>
              <a:t>결정을 하는 데 있어</a:t>
            </a:r>
            <a:r>
              <a:rPr lang="en-US" altLang="ko-KR" sz="1800" dirty="0">
                <a:latin typeface="LG Smart UI SemiBold" panose="020B0700000101010101" pitchFamily="34" charset="-127"/>
              </a:rPr>
              <a:t>, </a:t>
            </a:r>
            <a:r>
              <a:rPr lang="ko-KR" altLang="en-US" sz="1800" dirty="0">
                <a:latin typeface="LG Smart UI SemiBold" panose="020B0700000101010101" pitchFamily="34" charset="-127"/>
              </a:rPr>
              <a:t>고려할 </a:t>
            </a:r>
            <a:r>
              <a:rPr lang="en-US" altLang="ko-KR" sz="1800" dirty="0">
                <a:latin typeface="LG Smart UI SemiBold" panose="020B0700000101010101" pitchFamily="34" charset="-127"/>
              </a:rPr>
              <a:t>criteria </a:t>
            </a:r>
            <a:r>
              <a:rPr lang="ko-KR" altLang="en-US" sz="1800" dirty="0" err="1">
                <a:latin typeface="LG Smart UI SemiBold" panose="020B0700000101010101" pitchFamily="34" charset="-127"/>
              </a:rPr>
              <a:t>도출후</a:t>
            </a:r>
            <a:r>
              <a:rPr lang="ko-KR" altLang="en-US" sz="1800" dirty="0">
                <a:latin typeface="LG Smart UI SemiBold" panose="020B0700000101010101" pitchFamily="34" charset="-127"/>
              </a:rPr>
              <a:t> 적용할 분야 및 </a:t>
            </a:r>
            <a:r>
              <a:rPr lang="en-US" altLang="ko-KR" sz="1800" dirty="0">
                <a:latin typeface="LG Smart UI SemiBold" panose="020B0700000101010101" pitchFamily="34" charset="-127"/>
              </a:rPr>
              <a:t>item </a:t>
            </a:r>
            <a:r>
              <a:rPr lang="ko-KR" altLang="en-US" sz="1800" dirty="0">
                <a:latin typeface="LG Smart UI SemiBold" panose="020B0700000101010101" pitchFamily="34" charset="-127"/>
              </a:rPr>
              <a:t>선정 </a:t>
            </a:r>
            <a:r>
              <a:rPr lang="en-US" altLang="ko-KR" sz="1800" dirty="0">
                <a:latin typeface="LG Smart UI SemiBold" panose="020B0700000101010101" pitchFamily="34" charset="-127"/>
              </a:rPr>
              <a:t>process/</a:t>
            </a:r>
            <a:r>
              <a:rPr lang="ko-KR" altLang="en-US" sz="1800" dirty="0">
                <a:latin typeface="LG Smart UI SemiBold" panose="020B0700000101010101" pitchFamily="34" charset="-127"/>
              </a:rPr>
              <a:t>기준</a:t>
            </a:r>
            <a:r>
              <a:rPr lang="en-US" altLang="ko-KR" sz="1800" dirty="0">
                <a:latin typeface="LG Smart UI SemiBold" panose="020B0700000101010101" pitchFamily="34" charset="-127"/>
              </a:rPr>
              <a:t> </a:t>
            </a:r>
            <a:r>
              <a:rPr lang="ko-KR" altLang="en-US" sz="1800" dirty="0">
                <a:latin typeface="LG Smart UI SemiBold" panose="020B0700000101010101" pitchFamily="34" charset="-127"/>
              </a:rPr>
              <a:t>제안</a:t>
            </a: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810213C7-3E00-221C-343F-7139F8174A0E}"/>
              </a:ext>
            </a:extLst>
          </p:cNvPr>
          <p:cNvSpPr>
            <a:spLocks/>
          </p:cNvSpPr>
          <p:nvPr/>
        </p:nvSpPr>
        <p:spPr>
          <a:xfrm>
            <a:off x="8398763" y="1412080"/>
            <a:ext cx="2989697" cy="4753221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D066E0A9-AD94-76ED-5DFA-BEB9C3494BAE}"/>
              </a:ext>
            </a:extLst>
          </p:cNvPr>
          <p:cNvSpPr>
            <a:spLocks/>
          </p:cNvSpPr>
          <p:nvPr/>
        </p:nvSpPr>
        <p:spPr>
          <a:xfrm>
            <a:off x="5231654" y="1414408"/>
            <a:ext cx="2976305" cy="4753222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6" name="모서리가 둥근 직사각형 26">
            <a:extLst>
              <a:ext uri="{FF2B5EF4-FFF2-40B4-BE49-F238E27FC236}">
                <a16:creationId xmlns:a16="http://schemas.microsoft.com/office/drawing/2014/main" id="{49175FE8-2AB0-1424-305A-F79D1CA741F1}"/>
              </a:ext>
            </a:extLst>
          </p:cNvPr>
          <p:cNvSpPr/>
          <p:nvPr/>
        </p:nvSpPr>
        <p:spPr>
          <a:xfrm>
            <a:off x="5783355" y="1665827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31D1CD92-2239-B077-AB8E-58BAD08F4AD9}"/>
              </a:ext>
            </a:extLst>
          </p:cNvPr>
          <p:cNvSpPr txBox="1"/>
          <p:nvPr/>
        </p:nvSpPr>
        <p:spPr>
          <a:xfrm>
            <a:off x="6220830" y="1681216"/>
            <a:ext cx="98456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검토 분야</a:t>
            </a:r>
            <a:r>
              <a:rPr lang="en-US" altLang="ko-KR" dirty="0"/>
              <a:t>:1</a:t>
            </a:r>
            <a:endParaRPr lang="en" altLang="ko-KR" dirty="0"/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C7373240-FA82-FED9-7E96-94A46EAEE9B7}"/>
              </a:ext>
            </a:extLst>
          </p:cNvPr>
          <p:cNvSpPr txBox="1"/>
          <p:nvPr/>
        </p:nvSpPr>
        <p:spPr>
          <a:xfrm>
            <a:off x="6591923" y="2028457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69" name="모서리가 둥근 직사각형 49">
            <a:extLst>
              <a:ext uri="{FF2B5EF4-FFF2-40B4-BE49-F238E27FC236}">
                <a16:creationId xmlns:a16="http://schemas.microsoft.com/office/drawing/2014/main" id="{8BF99E4C-2CED-3EEC-2453-1FE90F44E1B0}"/>
              </a:ext>
            </a:extLst>
          </p:cNvPr>
          <p:cNvSpPr/>
          <p:nvPr/>
        </p:nvSpPr>
        <p:spPr>
          <a:xfrm>
            <a:off x="8963856" y="166350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BE71C620-87EC-9410-3A07-56E336ED6172}"/>
              </a:ext>
            </a:extLst>
          </p:cNvPr>
          <p:cNvSpPr txBox="1"/>
          <p:nvPr/>
        </p:nvSpPr>
        <p:spPr>
          <a:xfrm>
            <a:off x="9401330" y="1678889"/>
            <a:ext cx="98456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검토 분야</a:t>
            </a:r>
            <a:r>
              <a:rPr lang="en-US" altLang="ko-KR" dirty="0"/>
              <a:t>:2</a:t>
            </a:r>
            <a:endParaRPr lang="en" altLang="ko-KR" dirty="0"/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22816CC9-FB92-908D-951E-4120413B7C58}"/>
              </a:ext>
            </a:extLst>
          </p:cNvPr>
          <p:cNvSpPr txBox="1"/>
          <p:nvPr/>
        </p:nvSpPr>
        <p:spPr>
          <a:xfrm>
            <a:off x="9772424" y="2026130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4" name="TextBox 17">
            <a:extLst>
              <a:ext uri="{FF2B5EF4-FFF2-40B4-BE49-F238E27FC236}">
                <a16:creationId xmlns:a16="http://schemas.microsoft.com/office/drawing/2014/main" id="{9AF76FE8-3044-C3C8-7340-FA550DFD77D7}"/>
              </a:ext>
            </a:extLst>
          </p:cNvPr>
          <p:cNvSpPr txBox="1"/>
          <p:nvPr/>
        </p:nvSpPr>
        <p:spPr>
          <a:xfrm>
            <a:off x="9766814" y="4994235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7DBAF04-D5BE-8EE8-1D84-9C2F4729A2B8}"/>
              </a:ext>
            </a:extLst>
          </p:cNvPr>
          <p:cNvSpPr/>
          <p:nvPr/>
        </p:nvSpPr>
        <p:spPr>
          <a:xfrm>
            <a:off x="6182179" y="2636033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DD8008B-B081-EA58-3D3C-917BB80434A1}"/>
              </a:ext>
            </a:extLst>
          </p:cNvPr>
          <p:cNvSpPr/>
          <p:nvPr/>
        </p:nvSpPr>
        <p:spPr>
          <a:xfrm>
            <a:off x="9362680" y="263370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4ECE2051-0A5E-0593-F4A1-A16F0E71BEEC}"/>
              </a:ext>
            </a:extLst>
          </p:cNvPr>
          <p:cNvSpPr txBox="1"/>
          <p:nvPr/>
        </p:nvSpPr>
        <p:spPr>
          <a:xfrm>
            <a:off x="5181490" y="4355303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EA35D450-CA39-4B44-5E4F-9E85AA1E0D1E}"/>
              </a:ext>
            </a:extLst>
          </p:cNvPr>
          <p:cNvSpPr txBox="1"/>
          <p:nvPr/>
        </p:nvSpPr>
        <p:spPr>
          <a:xfrm>
            <a:off x="8361991" y="4352976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en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모서리가 둥근 직사각형 34">
            <a:extLst>
              <a:ext uri="{FF2B5EF4-FFF2-40B4-BE49-F238E27FC236}">
                <a16:creationId xmlns:a16="http://schemas.microsoft.com/office/drawing/2014/main" id="{E9CD9F50-E1C1-1077-6AED-4CE19E9D0ACD}"/>
              </a:ext>
            </a:extLst>
          </p:cNvPr>
          <p:cNvSpPr>
            <a:spLocks/>
          </p:cNvSpPr>
          <p:nvPr/>
        </p:nvSpPr>
        <p:spPr>
          <a:xfrm>
            <a:off x="388015" y="1392563"/>
            <a:ext cx="4676214" cy="4772738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2" name="모서리가 둥근 직사각형 49">
            <a:extLst>
              <a:ext uri="{FF2B5EF4-FFF2-40B4-BE49-F238E27FC236}">
                <a16:creationId xmlns:a16="http://schemas.microsoft.com/office/drawing/2014/main" id="{28E724B9-5958-75B4-7A57-9C1421EF7C93}"/>
              </a:ext>
            </a:extLst>
          </p:cNvPr>
          <p:cNvSpPr/>
          <p:nvPr/>
        </p:nvSpPr>
        <p:spPr>
          <a:xfrm>
            <a:off x="1861818" y="1622796"/>
            <a:ext cx="1049646" cy="323123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D5EFFCA9-BFCA-2E94-A00D-AD231C752832}"/>
              </a:ext>
            </a:extLst>
          </p:cNvPr>
          <p:cNvSpPr txBox="1"/>
          <p:nvPr/>
        </p:nvSpPr>
        <p:spPr>
          <a:xfrm>
            <a:off x="1847714" y="1632625"/>
            <a:ext cx="107786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검증 </a:t>
            </a:r>
            <a:r>
              <a:rPr lang="en-US" altLang="ko-KR" dirty="0"/>
              <a:t>Criteria</a:t>
            </a:r>
          </a:p>
        </p:txBody>
      </p:sp>
      <p:sp>
        <p:nvSpPr>
          <p:cNvPr id="16" name="모서리가 둥근 직사각형 53">
            <a:extLst>
              <a:ext uri="{FF2B5EF4-FFF2-40B4-BE49-F238E27FC236}">
                <a16:creationId xmlns:a16="http://schemas.microsoft.com/office/drawing/2014/main" id="{58B428A6-6448-E318-D449-03CAEF540C33}"/>
              </a:ext>
            </a:extLst>
          </p:cNvPr>
          <p:cNvSpPr/>
          <p:nvPr/>
        </p:nvSpPr>
        <p:spPr>
          <a:xfrm>
            <a:off x="602061" y="324148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모서리가 둥근 직사각형 54">
            <a:extLst>
              <a:ext uri="{FF2B5EF4-FFF2-40B4-BE49-F238E27FC236}">
                <a16:creationId xmlns:a16="http://schemas.microsoft.com/office/drawing/2014/main" id="{FD87C776-DBB3-31A4-2CDD-D44437F1713C}"/>
              </a:ext>
            </a:extLst>
          </p:cNvPr>
          <p:cNvSpPr/>
          <p:nvPr/>
        </p:nvSpPr>
        <p:spPr>
          <a:xfrm>
            <a:off x="602061" y="270026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90">
            <a:extLst>
              <a:ext uri="{FF2B5EF4-FFF2-40B4-BE49-F238E27FC236}">
                <a16:creationId xmlns:a16="http://schemas.microsoft.com/office/drawing/2014/main" id="{8B94D5C4-8179-B49C-5B7E-0B37A2F69811}"/>
              </a:ext>
            </a:extLst>
          </p:cNvPr>
          <p:cNvSpPr txBox="1"/>
          <p:nvPr/>
        </p:nvSpPr>
        <p:spPr>
          <a:xfrm>
            <a:off x="738280" y="2716500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/>
              <a:t>제조</a:t>
            </a:r>
          </a:p>
        </p:txBody>
      </p:sp>
      <p:sp>
        <p:nvSpPr>
          <p:cNvPr id="19" name="TextBox 90">
            <a:extLst>
              <a:ext uri="{FF2B5EF4-FFF2-40B4-BE49-F238E27FC236}">
                <a16:creationId xmlns:a16="http://schemas.microsoft.com/office/drawing/2014/main" id="{44B0214F-AD6B-4A5A-9DF0-01BA41F68B62}"/>
              </a:ext>
            </a:extLst>
          </p:cNvPr>
          <p:cNvSpPr txBox="1"/>
          <p:nvPr/>
        </p:nvSpPr>
        <p:spPr>
          <a:xfrm>
            <a:off x="655034" y="3267417"/>
            <a:ext cx="661083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/>
              <a:t>품질</a:t>
            </a: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58612C11-9142-282F-089D-60BDBFA70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2739910"/>
            <a:ext cx="103712" cy="117360"/>
          </a:xfrm>
          <a:prstGeom prst="rect">
            <a:avLst/>
          </a:prstGeom>
        </p:spPr>
      </p:pic>
      <p:pic>
        <p:nvPicPr>
          <p:cNvPr id="27" name="그래픽 26">
            <a:extLst>
              <a:ext uri="{FF2B5EF4-FFF2-40B4-BE49-F238E27FC236}">
                <a16:creationId xmlns:a16="http://schemas.microsoft.com/office/drawing/2014/main" id="{611CCAA7-4BDD-9004-F36A-DFFE4A24D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3281177"/>
            <a:ext cx="103712" cy="117360"/>
          </a:xfrm>
          <a:prstGeom prst="rect">
            <a:avLst/>
          </a:prstGeom>
        </p:spPr>
      </p:pic>
      <p:sp>
        <p:nvSpPr>
          <p:cNvPr id="38" name="모서리가 둥근 직사각형 53">
            <a:extLst>
              <a:ext uri="{FF2B5EF4-FFF2-40B4-BE49-F238E27FC236}">
                <a16:creationId xmlns:a16="http://schemas.microsoft.com/office/drawing/2014/main" id="{D98B9411-1DE0-EC3F-D6C2-16EA37BBEC4E}"/>
              </a:ext>
            </a:extLst>
          </p:cNvPr>
          <p:cNvSpPr/>
          <p:nvPr/>
        </p:nvSpPr>
        <p:spPr>
          <a:xfrm>
            <a:off x="602061" y="438453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9" name="모서리가 둥근 직사각형 54">
            <a:extLst>
              <a:ext uri="{FF2B5EF4-FFF2-40B4-BE49-F238E27FC236}">
                <a16:creationId xmlns:a16="http://schemas.microsoft.com/office/drawing/2014/main" id="{F061C9A4-8ABE-D280-7EFC-C07D8A8D7FDB}"/>
              </a:ext>
            </a:extLst>
          </p:cNvPr>
          <p:cNvSpPr/>
          <p:nvPr/>
        </p:nvSpPr>
        <p:spPr>
          <a:xfrm>
            <a:off x="602061" y="38451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90">
            <a:extLst>
              <a:ext uri="{FF2B5EF4-FFF2-40B4-BE49-F238E27FC236}">
                <a16:creationId xmlns:a16="http://schemas.microsoft.com/office/drawing/2014/main" id="{721915BF-9C0F-4778-4D9A-629AB144A726}"/>
              </a:ext>
            </a:extLst>
          </p:cNvPr>
          <p:cNvSpPr txBox="1"/>
          <p:nvPr/>
        </p:nvSpPr>
        <p:spPr>
          <a:xfrm>
            <a:off x="738280" y="3861362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1050" dirty="0"/>
              <a:t>R&amp;D</a:t>
            </a:r>
            <a:endParaRPr lang="ko-KR" altLang="en-US" sz="1050" dirty="0"/>
          </a:p>
        </p:txBody>
      </p:sp>
      <p:sp>
        <p:nvSpPr>
          <p:cNvPr id="41" name="TextBox 90">
            <a:extLst>
              <a:ext uri="{FF2B5EF4-FFF2-40B4-BE49-F238E27FC236}">
                <a16:creationId xmlns:a16="http://schemas.microsoft.com/office/drawing/2014/main" id="{621CCA54-88D7-C83C-9243-EB1EA5DC0F75}"/>
              </a:ext>
            </a:extLst>
          </p:cNvPr>
          <p:cNvSpPr txBox="1"/>
          <p:nvPr/>
        </p:nvSpPr>
        <p:spPr>
          <a:xfrm>
            <a:off x="655034" y="440849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900"/>
              <a:t>영업</a:t>
            </a:r>
            <a:r>
              <a:rPr lang="en-US" altLang="ko-KR" sz="900" dirty="0"/>
              <a:t>/</a:t>
            </a:r>
            <a:r>
              <a:rPr lang="ko-KR" altLang="en-US" sz="900" dirty="0"/>
              <a:t>마케팅</a:t>
            </a:r>
          </a:p>
        </p:txBody>
      </p:sp>
      <p:pic>
        <p:nvPicPr>
          <p:cNvPr id="48" name="그래픽 47">
            <a:extLst>
              <a:ext uri="{FF2B5EF4-FFF2-40B4-BE49-F238E27FC236}">
                <a16:creationId xmlns:a16="http://schemas.microsoft.com/office/drawing/2014/main" id="{B4DB0B95-AF23-5B3B-20C1-9651D33C2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3884772"/>
            <a:ext cx="103712" cy="11736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330298FE-652E-D6E4-7FD4-5E1918A17E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4424229"/>
            <a:ext cx="103712" cy="117360"/>
          </a:xfrm>
          <a:prstGeom prst="rect">
            <a:avLst/>
          </a:prstGeom>
        </p:spPr>
      </p:pic>
      <p:sp>
        <p:nvSpPr>
          <p:cNvPr id="60" name="모서리가 둥근 직사각형 53">
            <a:extLst>
              <a:ext uri="{FF2B5EF4-FFF2-40B4-BE49-F238E27FC236}">
                <a16:creationId xmlns:a16="http://schemas.microsoft.com/office/drawing/2014/main" id="{BD602877-6890-44CE-EFCB-50873CFA226D}"/>
              </a:ext>
            </a:extLst>
          </p:cNvPr>
          <p:cNvSpPr/>
          <p:nvPr/>
        </p:nvSpPr>
        <p:spPr>
          <a:xfrm>
            <a:off x="602061" y="492394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1" name="TextBox 90">
            <a:extLst>
              <a:ext uri="{FF2B5EF4-FFF2-40B4-BE49-F238E27FC236}">
                <a16:creationId xmlns:a16="http://schemas.microsoft.com/office/drawing/2014/main" id="{6023E475-F2D3-8E42-4941-874CDC75EE88}"/>
              </a:ext>
            </a:extLst>
          </p:cNvPr>
          <p:cNvSpPr txBox="1"/>
          <p:nvPr/>
        </p:nvSpPr>
        <p:spPr>
          <a:xfrm>
            <a:off x="655034" y="494790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SCM</a:t>
            </a:r>
            <a:endParaRPr lang="ko-KR" altLang="en-US" sz="900" dirty="0"/>
          </a:p>
        </p:txBody>
      </p:sp>
      <p:pic>
        <p:nvPicPr>
          <p:cNvPr id="62" name="그래픽 61">
            <a:extLst>
              <a:ext uri="{FF2B5EF4-FFF2-40B4-BE49-F238E27FC236}">
                <a16:creationId xmlns:a16="http://schemas.microsoft.com/office/drawing/2014/main" id="{BEA2B628-9FD9-B9D2-98A2-CC977A197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285" y="4963637"/>
            <a:ext cx="103712" cy="117360"/>
          </a:xfrm>
          <a:prstGeom prst="rect">
            <a:avLst/>
          </a:prstGeom>
        </p:spPr>
      </p:pic>
      <p:sp>
        <p:nvSpPr>
          <p:cNvPr id="63" name="모서리가 둥근 직사각형 53">
            <a:extLst>
              <a:ext uri="{FF2B5EF4-FFF2-40B4-BE49-F238E27FC236}">
                <a16:creationId xmlns:a16="http://schemas.microsoft.com/office/drawing/2014/main" id="{E4E01779-E5D1-B902-2279-90E73410D1F5}"/>
              </a:ext>
            </a:extLst>
          </p:cNvPr>
          <p:cNvSpPr/>
          <p:nvPr/>
        </p:nvSpPr>
        <p:spPr>
          <a:xfrm>
            <a:off x="593065" y="546465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1" name="TextBox 90">
            <a:extLst>
              <a:ext uri="{FF2B5EF4-FFF2-40B4-BE49-F238E27FC236}">
                <a16:creationId xmlns:a16="http://schemas.microsoft.com/office/drawing/2014/main" id="{2F55D0E9-0541-90E3-6A5F-AEB9B84AA3CB}"/>
              </a:ext>
            </a:extLst>
          </p:cNvPr>
          <p:cNvSpPr txBox="1"/>
          <p:nvPr/>
        </p:nvSpPr>
        <p:spPr>
          <a:xfrm>
            <a:off x="646038" y="548861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3E0FFA9-C845-8509-59E1-94127AF1D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289" y="5504349"/>
            <a:ext cx="103712" cy="117360"/>
          </a:xfrm>
          <a:prstGeom prst="rect">
            <a:avLst/>
          </a:prstGeom>
        </p:spPr>
      </p:pic>
      <p:sp>
        <p:nvSpPr>
          <p:cNvPr id="87" name="모서리가 둥근 직사각형 54">
            <a:extLst>
              <a:ext uri="{FF2B5EF4-FFF2-40B4-BE49-F238E27FC236}">
                <a16:creationId xmlns:a16="http://schemas.microsoft.com/office/drawing/2014/main" id="{42CCB046-84AA-14ED-00F7-FCDF8915094B}"/>
              </a:ext>
            </a:extLst>
          </p:cNvPr>
          <p:cNvSpPr/>
          <p:nvPr/>
        </p:nvSpPr>
        <p:spPr>
          <a:xfrm>
            <a:off x="619467" y="223399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88" name="TextBox 90">
            <a:extLst>
              <a:ext uri="{FF2B5EF4-FFF2-40B4-BE49-F238E27FC236}">
                <a16:creationId xmlns:a16="http://schemas.microsoft.com/office/drawing/2014/main" id="{8E5383A9-A4DD-2AE6-835A-13FDD438744E}"/>
              </a:ext>
            </a:extLst>
          </p:cNvPr>
          <p:cNvSpPr txBox="1"/>
          <p:nvPr/>
        </p:nvSpPr>
        <p:spPr>
          <a:xfrm>
            <a:off x="755686" y="2250228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>
                <a:solidFill>
                  <a:schemeClr val="bg1"/>
                </a:solidFill>
              </a:rPr>
              <a:t>영역</a:t>
            </a:r>
          </a:p>
        </p:txBody>
      </p:sp>
      <p:sp>
        <p:nvSpPr>
          <p:cNvPr id="90" name="모서리가 둥근 직사각형 54">
            <a:extLst>
              <a:ext uri="{FF2B5EF4-FFF2-40B4-BE49-F238E27FC236}">
                <a16:creationId xmlns:a16="http://schemas.microsoft.com/office/drawing/2014/main" id="{E9402274-4BEC-F5C6-A49B-A8405B026BA2}"/>
              </a:ext>
            </a:extLst>
          </p:cNvPr>
          <p:cNvSpPr/>
          <p:nvPr/>
        </p:nvSpPr>
        <p:spPr>
          <a:xfrm>
            <a:off x="1532973" y="223399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12E1D0-7253-F556-893D-26BB55834842}"/>
              </a:ext>
            </a:extLst>
          </p:cNvPr>
          <p:cNvSpPr txBox="1"/>
          <p:nvPr/>
        </p:nvSpPr>
        <p:spPr>
          <a:xfrm>
            <a:off x="1669192" y="2250228"/>
            <a:ext cx="49459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>
                <a:solidFill>
                  <a:schemeClr val="bg1"/>
                </a:solidFill>
              </a:rPr>
              <a:t>효과성</a:t>
            </a:r>
          </a:p>
        </p:txBody>
      </p:sp>
      <p:sp>
        <p:nvSpPr>
          <p:cNvPr id="92" name="모서리가 둥근 직사각형 54">
            <a:extLst>
              <a:ext uri="{FF2B5EF4-FFF2-40B4-BE49-F238E27FC236}">
                <a16:creationId xmlns:a16="http://schemas.microsoft.com/office/drawing/2014/main" id="{0C4EABC8-CF57-E1F1-523E-3A6A078E05DD}"/>
              </a:ext>
            </a:extLst>
          </p:cNvPr>
          <p:cNvSpPr/>
          <p:nvPr/>
        </p:nvSpPr>
        <p:spPr>
          <a:xfrm>
            <a:off x="2447853" y="222714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67DFDD1-CA4C-B0DB-3396-60B1764C8BD6}"/>
              </a:ext>
            </a:extLst>
          </p:cNvPr>
          <p:cNvSpPr txBox="1"/>
          <p:nvPr/>
        </p:nvSpPr>
        <p:spPr>
          <a:xfrm>
            <a:off x="2475006" y="2243382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>
                <a:solidFill>
                  <a:schemeClr val="bg1"/>
                </a:solidFill>
              </a:rPr>
              <a:t>검증 가능성</a:t>
            </a:r>
          </a:p>
        </p:txBody>
      </p:sp>
      <p:sp>
        <p:nvSpPr>
          <p:cNvPr id="94" name="모서리가 둥근 직사각형 54">
            <a:extLst>
              <a:ext uri="{FF2B5EF4-FFF2-40B4-BE49-F238E27FC236}">
                <a16:creationId xmlns:a16="http://schemas.microsoft.com/office/drawing/2014/main" id="{C1A92D28-CDD3-71F9-9853-BFBDAA890400}"/>
              </a:ext>
            </a:extLst>
          </p:cNvPr>
          <p:cNvSpPr/>
          <p:nvPr/>
        </p:nvSpPr>
        <p:spPr>
          <a:xfrm>
            <a:off x="3294347" y="2214720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BB2D45-EF01-70DC-A526-9A03A5596DE6}"/>
              </a:ext>
            </a:extLst>
          </p:cNvPr>
          <p:cNvSpPr txBox="1"/>
          <p:nvPr/>
        </p:nvSpPr>
        <p:spPr>
          <a:xfrm>
            <a:off x="3273056" y="2250007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>
                <a:solidFill>
                  <a:schemeClr val="bg1"/>
                </a:solidFill>
              </a:rPr>
              <a:t>비용</a:t>
            </a:r>
          </a:p>
        </p:txBody>
      </p:sp>
      <p:sp>
        <p:nvSpPr>
          <p:cNvPr id="96" name="모서리가 둥근 직사각형 54">
            <a:extLst>
              <a:ext uri="{FF2B5EF4-FFF2-40B4-BE49-F238E27FC236}">
                <a16:creationId xmlns:a16="http://schemas.microsoft.com/office/drawing/2014/main" id="{3E134B5B-2359-7288-8B98-F81B59C82784}"/>
              </a:ext>
            </a:extLst>
          </p:cNvPr>
          <p:cNvSpPr/>
          <p:nvPr/>
        </p:nvSpPr>
        <p:spPr>
          <a:xfrm>
            <a:off x="4176844" y="222181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9000"/>
            </a:schemeClr>
          </a:solidFill>
          <a:ln w="6350">
            <a:solidFill>
              <a:schemeClr val="bg1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A68155-1605-366B-A259-4FF2ED9C2B98}"/>
              </a:ext>
            </a:extLst>
          </p:cNvPr>
          <p:cNvSpPr txBox="1"/>
          <p:nvPr/>
        </p:nvSpPr>
        <p:spPr>
          <a:xfrm>
            <a:off x="4155553" y="2257099"/>
            <a:ext cx="726042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ko-KR" altLang="en-US" sz="1050" dirty="0">
                <a:solidFill>
                  <a:schemeClr val="bg1"/>
                </a:solidFill>
              </a:rPr>
              <a:t>확대 가능성</a:t>
            </a:r>
          </a:p>
        </p:txBody>
      </p:sp>
      <p:sp>
        <p:nvSpPr>
          <p:cNvPr id="98" name="모서리가 둥근 직사각형 53">
            <a:extLst>
              <a:ext uri="{FF2B5EF4-FFF2-40B4-BE49-F238E27FC236}">
                <a16:creationId xmlns:a16="http://schemas.microsoft.com/office/drawing/2014/main" id="{BED768A5-8096-1EFF-18B6-93463B58BF4D}"/>
              </a:ext>
            </a:extLst>
          </p:cNvPr>
          <p:cNvSpPr/>
          <p:nvPr/>
        </p:nvSpPr>
        <p:spPr>
          <a:xfrm>
            <a:off x="1512548" y="2700214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9" name="TextBox 90">
            <a:extLst>
              <a:ext uri="{FF2B5EF4-FFF2-40B4-BE49-F238E27FC236}">
                <a16:creationId xmlns:a16="http://schemas.microsoft.com/office/drawing/2014/main" id="{5F6CFC5B-1DCD-20B1-4FF0-7F0B0799B26A}"/>
              </a:ext>
            </a:extLst>
          </p:cNvPr>
          <p:cNvSpPr txBox="1"/>
          <p:nvPr/>
        </p:nvSpPr>
        <p:spPr>
          <a:xfrm>
            <a:off x="1567914" y="2728041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01" name="모서리가 둥근 직사각형 53">
            <a:extLst>
              <a:ext uri="{FF2B5EF4-FFF2-40B4-BE49-F238E27FC236}">
                <a16:creationId xmlns:a16="http://schemas.microsoft.com/office/drawing/2014/main" id="{553C5823-1AA2-147D-4800-DEA73AB6B6FD}"/>
              </a:ext>
            </a:extLst>
          </p:cNvPr>
          <p:cNvSpPr/>
          <p:nvPr/>
        </p:nvSpPr>
        <p:spPr>
          <a:xfrm>
            <a:off x="2433609" y="269292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2" name="TextBox 90">
            <a:extLst>
              <a:ext uri="{FF2B5EF4-FFF2-40B4-BE49-F238E27FC236}">
                <a16:creationId xmlns:a16="http://schemas.microsoft.com/office/drawing/2014/main" id="{2B02C42B-F40F-5C59-A741-AD166FB35B85}"/>
              </a:ext>
            </a:extLst>
          </p:cNvPr>
          <p:cNvSpPr txBox="1"/>
          <p:nvPr/>
        </p:nvSpPr>
        <p:spPr>
          <a:xfrm>
            <a:off x="2488975" y="272075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03" name="모서리가 둥근 직사각형 53">
            <a:extLst>
              <a:ext uri="{FF2B5EF4-FFF2-40B4-BE49-F238E27FC236}">
                <a16:creationId xmlns:a16="http://schemas.microsoft.com/office/drawing/2014/main" id="{5AC94CC1-E1A7-B683-409B-943B79E258DD}"/>
              </a:ext>
            </a:extLst>
          </p:cNvPr>
          <p:cNvSpPr/>
          <p:nvPr/>
        </p:nvSpPr>
        <p:spPr>
          <a:xfrm>
            <a:off x="3273056" y="2686397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4" name="TextBox 90">
            <a:extLst>
              <a:ext uri="{FF2B5EF4-FFF2-40B4-BE49-F238E27FC236}">
                <a16:creationId xmlns:a16="http://schemas.microsoft.com/office/drawing/2014/main" id="{4F16D41D-C87A-AD31-3B30-A2553EB375F2}"/>
              </a:ext>
            </a:extLst>
          </p:cNvPr>
          <p:cNvSpPr txBox="1"/>
          <p:nvPr/>
        </p:nvSpPr>
        <p:spPr>
          <a:xfrm>
            <a:off x="3328422" y="2714224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05" name="모서리가 둥근 직사각형 53">
            <a:extLst>
              <a:ext uri="{FF2B5EF4-FFF2-40B4-BE49-F238E27FC236}">
                <a16:creationId xmlns:a16="http://schemas.microsoft.com/office/drawing/2014/main" id="{994AE45B-AC74-B96A-1F4B-DB2B67A16A80}"/>
              </a:ext>
            </a:extLst>
          </p:cNvPr>
          <p:cNvSpPr/>
          <p:nvPr/>
        </p:nvSpPr>
        <p:spPr>
          <a:xfrm>
            <a:off x="4152709" y="269292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6" name="TextBox 90">
            <a:extLst>
              <a:ext uri="{FF2B5EF4-FFF2-40B4-BE49-F238E27FC236}">
                <a16:creationId xmlns:a16="http://schemas.microsoft.com/office/drawing/2014/main" id="{38E08052-C667-9285-B465-E9B6D8552E25}"/>
              </a:ext>
            </a:extLst>
          </p:cNvPr>
          <p:cNvSpPr txBox="1"/>
          <p:nvPr/>
        </p:nvSpPr>
        <p:spPr>
          <a:xfrm>
            <a:off x="4208075" y="272075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07" name="모서리가 둥근 직사각형 53">
            <a:extLst>
              <a:ext uri="{FF2B5EF4-FFF2-40B4-BE49-F238E27FC236}">
                <a16:creationId xmlns:a16="http://schemas.microsoft.com/office/drawing/2014/main" id="{2478AF0D-FDD2-EE87-ED9A-7A2A459D33DD}"/>
              </a:ext>
            </a:extLst>
          </p:cNvPr>
          <p:cNvSpPr/>
          <p:nvPr/>
        </p:nvSpPr>
        <p:spPr>
          <a:xfrm>
            <a:off x="1483727" y="3842547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8" name="TextBox 90">
            <a:extLst>
              <a:ext uri="{FF2B5EF4-FFF2-40B4-BE49-F238E27FC236}">
                <a16:creationId xmlns:a16="http://schemas.microsoft.com/office/drawing/2014/main" id="{8BDB854A-FCFD-FB8F-061C-31D999A61A32}"/>
              </a:ext>
            </a:extLst>
          </p:cNvPr>
          <p:cNvSpPr txBox="1"/>
          <p:nvPr/>
        </p:nvSpPr>
        <p:spPr>
          <a:xfrm>
            <a:off x="1539093" y="3870374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09" name="모서리가 둥근 직사각형 53">
            <a:extLst>
              <a:ext uri="{FF2B5EF4-FFF2-40B4-BE49-F238E27FC236}">
                <a16:creationId xmlns:a16="http://schemas.microsoft.com/office/drawing/2014/main" id="{297005EA-64C8-9459-BD1B-A4938C3B1CA4}"/>
              </a:ext>
            </a:extLst>
          </p:cNvPr>
          <p:cNvSpPr/>
          <p:nvPr/>
        </p:nvSpPr>
        <p:spPr>
          <a:xfrm>
            <a:off x="2404788" y="383525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0" name="TextBox 90">
            <a:extLst>
              <a:ext uri="{FF2B5EF4-FFF2-40B4-BE49-F238E27FC236}">
                <a16:creationId xmlns:a16="http://schemas.microsoft.com/office/drawing/2014/main" id="{1082396A-A33B-1222-3558-168FCAA648D6}"/>
              </a:ext>
            </a:extLst>
          </p:cNvPr>
          <p:cNvSpPr txBox="1"/>
          <p:nvPr/>
        </p:nvSpPr>
        <p:spPr>
          <a:xfrm>
            <a:off x="2460154" y="386308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11" name="모서리가 둥근 직사각형 53">
            <a:extLst>
              <a:ext uri="{FF2B5EF4-FFF2-40B4-BE49-F238E27FC236}">
                <a16:creationId xmlns:a16="http://schemas.microsoft.com/office/drawing/2014/main" id="{1F03F937-0F0A-5079-69CA-7C5AC162D454}"/>
              </a:ext>
            </a:extLst>
          </p:cNvPr>
          <p:cNvSpPr/>
          <p:nvPr/>
        </p:nvSpPr>
        <p:spPr>
          <a:xfrm>
            <a:off x="3244235" y="3828730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2" name="TextBox 90">
            <a:extLst>
              <a:ext uri="{FF2B5EF4-FFF2-40B4-BE49-F238E27FC236}">
                <a16:creationId xmlns:a16="http://schemas.microsoft.com/office/drawing/2014/main" id="{9458F49D-E978-DECC-6AB2-C14B125596CF}"/>
              </a:ext>
            </a:extLst>
          </p:cNvPr>
          <p:cNvSpPr txBox="1"/>
          <p:nvPr/>
        </p:nvSpPr>
        <p:spPr>
          <a:xfrm>
            <a:off x="3299601" y="3856557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13" name="모서리가 둥근 직사각형 53">
            <a:extLst>
              <a:ext uri="{FF2B5EF4-FFF2-40B4-BE49-F238E27FC236}">
                <a16:creationId xmlns:a16="http://schemas.microsoft.com/office/drawing/2014/main" id="{0CB60844-A25F-59F9-B5CB-1F0604D74790}"/>
              </a:ext>
            </a:extLst>
          </p:cNvPr>
          <p:cNvSpPr/>
          <p:nvPr/>
        </p:nvSpPr>
        <p:spPr>
          <a:xfrm>
            <a:off x="4123888" y="383525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4" name="TextBox 90">
            <a:extLst>
              <a:ext uri="{FF2B5EF4-FFF2-40B4-BE49-F238E27FC236}">
                <a16:creationId xmlns:a16="http://schemas.microsoft.com/office/drawing/2014/main" id="{1B09F877-0405-095B-541D-8331A612AE53}"/>
              </a:ext>
            </a:extLst>
          </p:cNvPr>
          <p:cNvSpPr txBox="1"/>
          <p:nvPr/>
        </p:nvSpPr>
        <p:spPr>
          <a:xfrm>
            <a:off x="4179254" y="386308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15" name="모서리가 둥근 직사각형 53">
            <a:extLst>
              <a:ext uri="{FF2B5EF4-FFF2-40B4-BE49-F238E27FC236}">
                <a16:creationId xmlns:a16="http://schemas.microsoft.com/office/drawing/2014/main" id="{15484EE5-0E91-5C3F-3B20-8BC681227C79}"/>
              </a:ext>
            </a:extLst>
          </p:cNvPr>
          <p:cNvSpPr/>
          <p:nvPr/>
        </p:nvSpPr>
        <p:spPr>
          <a:xfrm>
            <a:off x="1483727" y="322679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6" name="TextBox 90">
            <a:extLst>
              <a:ext uri="{FF2B5EF4-FFF2-40B4-BE49-F238E27FC236}">
                <a16:creationId xmlns:a16="http://schemas.microsoft.com/office/drawing/2014/main" id="{8D225DAC-62E4-3FED-C5D9-1B9958B7D83F}"/>
              </a:ext>
            </a:extLst>
          </p:cNvPr>
          <p:cNvSpPr txBox="1"/>
          <p:nvPr/>
        </p:nvSpPr>
        <p:spPr>
          <a:xfrm>
            <a:off x="1539093" y="325462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17" name="모서리가 둥근 직사각형 53">
            <a:extLst>
              <a:ext uri="{FF2B5EF4-FFF2-40B4-BE49-F238E27FC236}">
                <a16:creationId xmlns:a16="http://schemas.microsoft.com/office/drawing/2014/main" id="{EC018938-8C3F-501B-5899-5024C4053FAA}"/>
              </a:ext>
            </a:extLst>
          </p:cNvPr>
          <p:cNvSpPr/>
          <p:nvPr/>
        </p:nvSpPr>
        <p:spPr>
          <a:xfrm>
            <a:off x="2404788" y="321950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8" name="TextBox 90">
            <a:extLst>
              <a:ext uri="{FF2B5EF4-FFF2-40B4-BE49-F238E27FC236}">
                <a16:creationId xmlns:a16="http://schemas.microsoft.com/office/drawing/2014/main" id="{4139B32D-326F-B2F6-8CBD-0A88FC5426B6}"/>
              </a:ext>
            </a:extLst>
          </p:cNvPr>
          <p:cNvSpPr txBox="1"/>
          <p:nvPr/>
        </p:nvSpPr>
        <p:spPr>
          <a:xfrm>
            <a:off x="2460154" y="324732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19" name="모서리가 둥근 직사각형 53">
            <a:extLst>
              <a:ext uri="{FF2B5EF4-FFF2-40B4-BE49-F238E27FC236}">
                <a16:creationId xmlns:a16="http://schemas.microsoft.com/office/drawing/2014/main" id="{6C31886F-9ABB-480E-D02D-06662779D123}"/>
              </a:ext>
            </a:extLst>
          </p:cNvPr>
          <p:cNvSpPr/>
          <p:nvPr/>
        </p:nvSpPr>
        <p:spPr>
          <a:xfrm>
            <a:off x="3244235" y="321297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0" name="TextBox 90">
            <a:extLst>
              <a:ext uri="{FF2B5EF4-FFF2-40B4-BE49-F238E27FC236}">
                <a16:creationId xmlns:a16="http://schemas.microsoft.com/office/drawing/2014/main" id="{E782FFAC-8BAA-6296-5E5C-F896C1D176ED}"/>
              </a:ext>
            </a:extLst>
          </p:cNvPr>
          <p:cNvSpPr txBox="1"/>
          <p:nvPr/>
        </p:nvSpPr>
        <p:spPr>
          <a:xfrm>
            <a:off x="3299601" y="324080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21" name="모서리가 둥근 직사각형 53">
            <a:extLst>
              <a:ext uri="{FF2B5EF4-FFF2-40B4-BE49-F238E27FC236}">
                <a16:creationId xmlns:a16="http://schemas.microsoft.com/office/drawing/2014/main" id="{1BA27271-4B98-B02A-7BDE-21F7E6C32297}"/>
              </a:ext>
            </a:extLst>
          </p:cNvPr>
          <p:cNvSpPr/>
          <p:nvPr/>
        </p:nvSpPr>
        <p:spPr>
          <a:xfrm>
            <a:off x="4123888" y="321950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2" name="TextBox 90">
            <a:extLst>
              <a:ext uri="{FF2B5EF4-FFF2-40B4-BE49-F238E27FC236}">
                <a16:creationId xmlns:a16="http://schemas.microsoft.com/office/drawing/2014/main" id="{07677181-27AE-0DB2-F28B-50ABF155C4CB}"/>
              </a:ext>
            </a:extLst>
          </p:cNvPr>
          <p:cNvSpPr txBox="1"/>
          <p:nvPr/>
        </p:nvSpPr>
        <p:spPr>
          <a:xfrm>
            <a:off x="4179254" y="324732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23" name="모서리가 둥근 직사각형 53">
            <a:extLst>
              <a:ext uri="{FF2B5EF4-FFF2-40B4-BE49-F238E27FC236}">
                <a16:creationId xmlns:a16="http://schemas.microsoft.com/office/drawing/2014/main" id="{7C15459C-1B1B-5FD7-FD01-2042C1165F1C}"/>
              </a:ext>
            </a:extLst>
          </p:cNvPr>
          <p:cNvSpPr/>
          <p:nvPr/>
        </p:nvSpPr>
        <p:spPr>
          <a:xfrm>
            <a:off x="1480453" y="4355983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4" name="TextBox 90">
            <a:extLst>
              <a:ext uri="{FF2B5EF4-FFF2-40B4-BE49-F238E27FC236}">
                <a16:creationId xmlns:a16="http://schemas.microsoft.com/office/drawing/2014/main" id="{C9AC89A5-86FA-357B-2FFD-CF10B3334982}"/>
              </a:ext>
            </a:extLst>
          </p:cNvPr>
          <p:cNvSpPr txBox="1"/>
          <p:nvPr/>
        </p:nvSpPr>
        <p:spPr>
          <a:xfrm>
            <a:off x="1535819" y="4383810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25" name="모서리가 둥근 직사각형 53">
            <a:extLst>
              <a:ext uri="{FF2B5EF4-FFF2-40B4-BE49-F238E27FC236}">
                <a16:creationId xmlns:a16="http://schemas.microsoft.com/office/drawing/2014/main" id="{FE566DAF-BC78-A09E-24CE-A76AC8650568}"/>
              </a:ext>
            </a:extLst>
          </p:cNvPr>
          <p:cNvSpPr/>
          <p:nvPr/>
        </p:nvSpPr>
        <p:spPr>
          <a:xfrm>
            <a:off x="2401514" y="434869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6" name="TextBox 90">
            <a:extLst>
              <a:ext uri="{FF2B5EF4-FFF2-40B4-BE49-F238E27FC236}">
                <a16:creationId xmlns:a16="http://schemas.microsoft.com/office/drawing/2014/main" id="{761BE173-2715-C208-85D7-5CD4DC8D0E33}"/>
              </a:ext>
            </a:extLst>
          </p:cNvPr>
          <p:cNvSpPr txBox="1"/>
          <p:nvPr/>
        </p:nvSpPr>
        <p:spPr>
          <a:xfrm>
            <a:off x="2456880" y="437651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27" name="모서리가 둥근 직사각형 53">
            <a:extLst>
              <a:ext uri="{FF2B5EF4-FFF2-40B4-BE49-F238E27FC236}">
                <a16:creationId xmlns:a16="http://schemas.microsoft.com/office/drawing/2014/main" id="{1C1CAC7C-2AE7-015D-3212-2778841F4CA0}"/>
              </a:ext>
            </a:extLst>
          </p:cNvPr>
          <p:cNvSpPr/>
          <p:nvPr/>
        </p:nvSpPr>
        <p:spPr>
          <a:xfrm>
            <a:off x="3240961" y="434216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8" name="TextBox 90">
            <a:extLst>
              <a:ext uri="{FF2B5EF4-FFF2-40B4-BE49-F238E27FC236}">
                <a16:creationId xmlns:a16="http://schemas.microsoft.com/office/drawing/2014/main" id="{1B8218D2-55CC-F52E-568F-C8BD9166AFEA}"/>
              </a:ext>
            </a:extLst>
          </p:cNvPr>
          <p:cNvSpPr txBox="1"/>
          <p:nvPr/>
        </p:nvSpPr>
        <p:spPr>
          <a:xfrm>
            <a:off x="3296327" y="436999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29" name="모서리가 둥근 직사각형 53">
            <a:extLst>
              <a:ext uri="{FF2B5EF4-FFF2-40B4-BE49-F238E27FC236}">
                <a16:creationId xmlns:a16="http://schemas.microsoft.com/office/drawing/2014/main" id="{28B0814D-7DD6-77EA-1BEB-78D2445D7267}"/>
              </a:ext>
            </a:extLst>
          </p:cNvPr>
          <p:cNvSpPr/>
          <p:nvPr/>
        </p:nvSpPr>
        <p:spPr>
          <a:xfrm>
            <a:off x="4120614" y="434869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0" name="TextBox 90">
            <a:extLst>
              <a:ext uri="{FF2B5EF4-FFF2-40B4-BE49-F238E27FC236}">
                <a16:creationId xmlns:a16="http://schemas.microsoft.com/office/drawing/2014/main" id="{7D114EDD-8E7A-68C0-67FB-FC55E5408740}"/>
              </a:ext>
            </a:extLst>
          </p:cNvPr>
          <p:cNvSpPr txBox="1"/>
          <p:nvPr/>
        </p:nvSpPr>
        <p:spPr>
          <a:xfrm>
            <a:off x="4175980" y="437651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31" name="모서리가 둥근 직사각형 53">
            <a:extLst>
              <a:ext uri="{FF2B5EF4-FFF2-40B4-BE49-F238E27FC236}">
                <a16:creationId xmlns:a16="http://schemas.microsoft.com/office/drawing/2014/main" id="{3E97E0F3-38A8-D3C3-5C08-B672BBF931E7}"/>
              </a:ext>
            </a:extLst>
          </p:cNvPr>
          <p:cNvSpPr/>
          <p:nvPr/>
        </p:nvSpPr>
        <p:spPr>
          <a:xfrm>
            <a:off x="1451632" y="5498316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2" name="TextBox 90">
            <a:extLst>
              <a:ext uri="{FF2B5EF4-FFF2-40B4-BE49-F238E27FC236}">
                <a16:creationId xmlns:a16="http://schemas.microsoft.com/office/drawing/2014/main" id="{C745961E-2196-9005-7EBD-378A8291F477}"/>
              </a:ext>
            </a:extLst>
          </p:cNvPr>
          <p:cNvSpPr txBox="1"/>
          <p:nvPr/>
        </p:nvSpPr>
        <p:spPr>
          <a:xfrm>
            <a:off x="1506998" y="5526143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33" name="모서리가 둥근 직사각형 53">
            <a:extLst>
              <a:ext uri="{FF2B5EF4-FFF2-40B4-BE49-F238E27FC236}">
                <a16:creationId xmlns:a16="http://schemas.microsoft.com/office/drawing/2014/main" id="{A38A0744-F966-971D-E890-AE3EA15148A8}"/>
              </a:ext>
            </a:extLst>
          </p:cNvPr>
          <p:cNvSpPr/>
          <p:nvPr/>
        </p:nvSpPr>
        <p:spPr>
          <a:xfrm>
            <a:off x="2372693" y="54910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4" name="TextBox 90">
            <a:extLst>
              <a:ext uri="{FF2B5EF4-FFF2-40B4-BE49-F238E27FC236}">
                <a16:creationId xmlns:a16="http://schemas.microsoft.com/office/drawing/2014/main" id="{DCE6D572-DE84-1742-E999-006E51896441}"/>
              </a:ext>
            </a:extLst>
          </p:cNvPr>
          <p:cNvSpPr txBox="1"/>
          <p:nvPr/>
        </p:nvSpPr>
        <p:spPr>
          <a:xfrm>
            <a:off x="2428059" y="551885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35" name="모서리가 둥근 직사각형 53">
            <a:extLst>
              <a:ext uri="{FF2B5EF4-FFF2-40B4-BE49-F238E27FC236}">
                <a16:creationId xmlns:a16="http://schemas.microsoft.com/office/drawing/2014/main" id="{E7A96BA8-3705-A5E6-DDF7-6483ABA70E66}"/>
              </a:ext>
            </a:extLst>
          </p:cNvPr>
          <p:cNvSpPr/>
          <p:nvPr/>
        </p:nvSpPr>
        <p:spPr>
          <a:xfrm>
            <a:off x="3212140" y="5484499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6" name="TextBox 90">
            <a:extLst>
              <a:ext uri="{FF2B5EF4-FFF2-40B4-BE49-F238E27FC236}">
                <a16:creationId xmlns:a16="http://schemas.microsoft.com/office/drawing/2014/main" id="{E8DC30BA-7C8A-1680-7F51-A405A413E685}"/>
              </a:ext>
            </a:extLst>
          </p:cNvPr>
          <p:cNvSpPr txBox="1"/>
          <p:nvPr/>
        </p:nvSpPr>
        <p:spPr>
          <a:xfrm>
            <a:off x="3267506" y="5512326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37" name="모서리가 둥근 직사각형 53">
            <a:extLst>
              <a:ext uri="{FF2B5EF4-FFF2-40B4-BE49-F238E27FC236}">
                <a16:creationId xmlns:a16="http://schemas.microsoft.com/office/drawing/2014/main" id="{A679A36A-51E1-D1F7-EB08-13EA6D3F492E}"/>
              </a:ext>
            </a:extLst>
          </p:cNvPr>
          <p:cNvSpPr/>
          <p:nvPr/>
        </p:nvSpPr>
        <p:spPr>
          <a:xfrm>
            <a:off x="4091793" y="549102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8" name="TextBox 90">
            <a:extLst>
              <a:ext uri="{FF2B5EF4-FFF2-40B4-BE49-F238E27FC236}">
                <a16:creationId xmlns:a16="http://schemas.microsoft.com/office/drawing/2014/main" id="{D8445BAA-74F5-0089-3939-86064EBDEEA0}"/>
              </a:ext>
            </a:extLst>
          </p:cNvPr>
          <p:cNvSpPr txBox="1"/>
          <p:nvPr/>
        </p:nvSpPr>
        <p:spPr>
          <a:xfrm>
            <a:off x="4147159" y="551885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39" name="모서리가 둥근 직사각형 53">
            <a:extLst>
              <a:ext uri="{FF2B5EF4-FFF2-40B4-BE49-F238E27FC236}">
                <a16:creationId xmlns:a16="http://schemas.microsoft.com/office/drawing/2014/main" id="{54DBB503-222E-A26A-4AC9-26EEBE9AFF34}"/>
              </a:ext>
            </a:extLst>
          </p:cNvPr>
          <p:cNvSpPr/>
          <p:nvPr/>
        </p:nvSpPr>
        <p:spPr>
          <a:xfrm>
            <a:off x="1451632" y="4882562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0" name="TextBox 90">
            <a:extLst>
              <a:ext uri="{FF2B5EF4-FFF2-40B4-BE49-F238E27FC236}">
                <a16:creationId xmlns:a16="http://schemas.microsoft.com/office/drawing/2014/main" id="{B785A351-04E1-E908-C3D4-13E63180F08E}"/>
              </a:ext>
            </a:extLst>
          </p:cNvPr>
          <p:cNvSpPr txBox="1"/>
          <p:nvPr/>
        </p:nvSpPr>
        <p:spPr>
          <a:xfrm>
            <a:off x="1506998" y="4910389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41" name="모서리가 둥근 직사각형 53">
            <a:extLst>
              <a:ext uri="{FF2B5EF4-FFF2-40B4-BE49-F238E27FC236}">
                <a16:creationId xmlns:a16="http://schemas.microsoft.com/office/drawing/2014/main" id="{E6872BBB-F085-D9DE-BA36-38C917400026}"/>
              </a:ext>
            </a:extLst>
          </p:cNvPr>
          <p:cNvSpPr/>
          <p:nvPr/>
        </p:nvSpPr>
        <p:spPr>
          <a:xfrm>
            <a:off x="2372693" y="487527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2" name="TextBox 90">
            <a:extLst>
              <a:ext uri="{FF2B5EF4-FFF2-40B4-BE49-F238E27FC236}">
                <a16:creationId xmlns:a16="http://schemas.microsoft.com/office/drawing/2014/main" id="{BE44A63F-B840-F5AA-40BA-E0FCB29309AF}"/>
              </a:ext>
            </a:extLst>
          </p:cNvPr>
          <p:cNvSpPr txBox="1"/>
          <p:nvPr/>
        </p:nvSpPr>
        <p:spPr>
          <a:xfrm>
            <a:off x="2428059" y="4903098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43" name="모서리가 둥근 직사각형 53">
            <a:extLst>
              <a:ext uri="{FF2B5EF4-FFF2-40B4-BE49-F238E27FC236}">
                <a16:creationId xmlns:a16="http://schemas.microsoft.com/office/drawing/2014/main" id="{E6F8EB66-A49E-7508-4D88-D2346BEA1096}"/>
              </a:ext>
            </a:extLst>
          </p:cNvPr>
          <p:cNvSpPr/>
          <p:nvPr/>
        </p:nvSpPr>
        <p:spPr>
          <a:xfrm>
            <a:off x="3212140" y="4868745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4" name="TextBox 90">
            <a:extLst>
              <a:ext uri="{FF2B5EF4-FFF2-40B4-BE49-F238E27FC236}">
                <a16:creationId xmlns:a16="http://schemas.microsoft.com/office/drawing/2014/main" id="{104E9278-36B2-0046-AEF4-3D4EAD23654D}"/>
              </a:ext>
            </a:extLst>
          </p:cNvPr>
          <p:cNvSpPr txBox="1"/>
          <p:nvPr/>
        </p:nvSpPr>
        <p:spPr>
          <a:xfrm>
            <a:off x="3267506" y="4896572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  <p:sp>
        <p:nvSpPr>
          <p:cNvPr id="145" name="모서리가 둥근 직사각형 53">
            <a:extLst>
              <a:ext uri="{FF2B5EF4-FFF2-40B4-BE49-F238E27FC236}">
                <a16:creationId xmlns:a16="http://schemas.microsoft.com/office/drawing/2014/main" id="{F4A7B9B3-0765-215A-8C2A-6FB40E4606CA}"/>
              </a:ext>
            </a:extLst>
          </p:cNvPr>
          <p:cNvSpPr/>
          <p:nvPr/>
        </p:nvSpPr>
        <p:spPr>
          <a:xfrm>
            <a:off x="4091793" y="4875271"/>
            <a:ext cx="767028" cy="196595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6" name="TextBox 90">
            <a:extLst>
              <a:ext uri="{FF2B5EF4-FFF2-40B4-BE49-F238E27FC236}">
                <a16:creationId xmlns:a16="http://schemas.microsoft.com/office/drawing/2014/main" id="{C3E55243-6C31-0762-65B9-345D895B1D32}"/>
              </a:ext>
            </a:extLst>
          </p:cNvPr>
          <p:cNvSpPr txBox="1"/>
          <p:nvPr/>
        </p:nvSpPr>
        <p:spPr>
          <a:xfrm>
            <a:off x="4147159" y="4903098"/>
            <a:ext cx="661083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900" dirty="0"/>
              <a:t>-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7513718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CB28C5-3FBD-074C-8D44-04ACF1675249}">
  <we:reference id="wa104381909" version="3.5.1.0" store="ko-KR" storeType="OMEX"/>
  <we:alternateReferences>
    <we:reference id="wa104381909" version="3.5.1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11105</TotalTime>
  <Words>264</Words>
  <Application>Microsoft Office PowerPoint</Application>
  <PresentationFormat>와이드스크린</PresentationFormat>
  <Paragraphs>93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LG Smart UI SemiBold</vt:lpstr>
      <vt:lpstr>LG스마트체2.0 Regular</vt:lpstr>
      <vt:lpstr>Pretendard</vt:lpstr>
      <vt:lpstr>맑은 고딕</vt:lpstr>
      <vt:lpstr>Arial</vt:lpstr>
      <vt:lpstr>Arial Narrow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Hyun-Jung Kim</cp:lastModifiedBy>
  <cp:revision>525</cp:revision>
  <cp:lastPrinted>2021-11-18T07:16:15Z</cp:lastPrinted>
  <dcterms:created xsi:type="dcterms:W3CDTF">2021-03-23T11:07:42Z</dcterms:created>
  <dcterms:modified xsi:type="dcterms:W3CDTF">2026-04-15T18:47:58Z</dcterms:modified>
</cp:coreProperties>
</file>